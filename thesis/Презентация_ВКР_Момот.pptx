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"/>
  </p:notesMasterIdLst>
  <p:sldIdLst>
    <p:sldId id="257" r:id="rId3"/>
    <p:sldId id="258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5" r:id="rId12"/>
    <p:sldId id="276" r:id="rId13"/>
    <p:sldId id="277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без заголовка" id="{09B3AC80-157D-4074-BD2C-4AF8ACE59958}">
          <p14:sldIdLst>
            <p14:sldId id="257"/>
            <p14:sldId id="258"/>
            <p14:sldId id="267"/>
            <p14:sldId id="268"/>
            <p14:sldId id="269"/>
            <p14:sldId id="270"/>
            <p14:sldId id="271"/>
            <p14:sldId id="272"/>
            <p14:sldId id="273"/>
            <p14:sldId id="275"/>
            <p14:sldId id="276"/>
            <p14:sldId id="27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6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344D1D-0623-41D7-880F-12C8E58206E5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A8C815-D4B5-4C66-8BE0-B0A26355EE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0137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CA79C2-A829-AB0B-342F-AB2085F158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DA2446-7C0D-B2C3-849D-810F8934E1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5C5829-96EF-2877-908A-FDC9738B8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98D4-5A4B-4B26-BA44-08E7E572AB4B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FD29C0-B647-05C0-DF29-8011ACD18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E3FDA5-F2A4-5247-615D-6C189024A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03A9D-426D-4D59-8C85-EC464A1E2B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338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1A5C42-4B6D-196F-18FC-BBCE5A967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E4FA14-4034-84CA-0DD9-56BF0FB40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7CFB4E-554A-1821-E373-03A200F87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98D4-5A4B-4B26-BA44-08E7E572AB4B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909EE0-7F5A-1E91-E8FB-C3EC883A3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CA5EE3-1F02-24A1-E567-5C4B4E020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03A9D-426D-4D59-8C85-EC464A1E2B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8416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4CF221-49BC-D08A-2C03-0058FC48C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E18723D-DBF6-898D-FD46-73BFCAF76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ADF6A9-0524-D12E-9037-7804059BC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98D4-5A4B-4B26-BA44-08E7E572AB4B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72D812-B32A-67F4-8008-8430EA3EF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117BF9-9267-0305-A624-8820E0961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03A9D-426D-4D59-8C85-EC464A1E2B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3493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E57F05-1953-65CD-39D3-52A7E5D21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D980B0-FD1E-7BE4-1EBE-8830F53D03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2D199A4-8154-DF66-7925-737AFF84F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C5C40D9-28BC-5DE9-6F9B-E351DD107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98D4-5A4B-4B26-BA44-08E7E572AB4B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58E0515-F91F-6E83-57C0-A7BD458D8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C9AB1D-0ECE-9480-20AB-FA0FEF76C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03A9D-426D-4D59-8C85-EC464A1E2B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8072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D1E92C-E6D3-1E67-D37E-617D34441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83DC9C3-C578-0DF3-FFD3-814155BE6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CDFE47C-7060-3E11-4D25-BBB2346E00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C8D14F4-2823-DE81-5C66-B83E5F2654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BE67808-B97C-C5BA-F4DF-FB34FB2645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23F15A7-2CF3-AD99-D48D-D041ED211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98D4-5A4B-4B26-BA44-08E7E572AB4B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736B1A3-2EEB-56FB-F34E-51F2A68DD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CA80E9B-9D1A-AF84-C782-CB4121267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03A9D-426D-4D59-8C85-EC464A1E2B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5180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72103F-7A40-9995-1348-A97F61A51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AF3B3B-DDAF-8605-3CF7-0B19427E0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98D4-5A4B-4B26-BA44-08E7E572AB4B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B8EAC02-1B27-599A-FB50-2C5059E52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402BFA0-6048-745C-00B3-0AA27E294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03A9D-426D-4D59-8C85-EC464A1E2B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504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D042DF8-FB38-8087-7761-7215438E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98D4-5A4B-4B26-BA44-08E7E572AB4B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25E7C80-1210-939A-D290-51CD7DFD7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056CCC0-7AC5-4D3A-011A-393C7CCFC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03A9D-426D-4D59-8C85-EC464A1E2B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0044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BD939D-C567-0E3B-CD93-4A3ACBEF4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DC42FE-7CEA-B948-FD90-A5B3FD248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E10FD06-8879-1DCA-5472-C636F4072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9478AB8-052F-1149-5644-26027A0E4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98D4-5A4B-4B26-BA44-08E7E572AB4B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AD39757-8C44-ADAE-B264-1AEBC72AD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A9B7075-3F05-4455-5CA3-D9D399B2E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03A9D-426D-4D59-8C85-EC464A1E2B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0603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214274-99EF-6AAA-069F-8FA6E451D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8011D63-8130-8A46-99CA-029B0ED9ED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109A96E-9BFC-7B7A-4B5A-2785B6D2DD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C77693B-5922-B37E-45DB-C17C88284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98D4-5A4B-4B26-BA44-08E7E572AB4B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BD11F5C-E137-CB82-8385-89CD7A1C6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DED6279-5838-CB71-C229-67CC0127F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03A9D-426D-4D59-8C85-EC464A1E2B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0362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50B499-40BB-8A13-CEE6-704D257D7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023C05E-4C33-2BC2-EA11-044B0FF591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DE596F-BE13-A5FD-48DE-E56DF4EC2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98D4-5A4B-4B26-BA44-08E7E572AB4B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179BBF-F915-100A-E61B-D65FF562E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38DFC6-FFE9-FC9E-1057-6DB2EFFCF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03A9D-426D-4D59-8C85-EC464A1E2B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1619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998B1C3-B9DC-EA1B-DFF2-81C195F20F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3DCAA4A-9AF8-F189-EECD-FE3FF45408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4CFC15-293A-35DD-5B62-4F36A5E4A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98D4-5A4B-4B26-BA44-08E7E572AB4B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DAD24A-91F9-BBBA-3DE6-A9468E716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D92F67-FFC3-E3C2-38F9-94785E9C0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03A9D-426D-4D59-8C85-EC464A1E2B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07553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14444-88E6-45AC-9826-0B4FD832F856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5859-6172-4797-AC66-F3906A0FE6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045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14444-88E6-45AC-9826-0B4FD832F856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5859-6172-4797-AC66-F3906A0FE6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42470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14444-88E6-45AC-9826-0B4FD832F856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5859-6172-4797-AC66-F3906A0FE6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51233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600" y="1200151"/>
            <a:ext cx="5384800" cy="33940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200151"/>
            <a:ext cx="5384800" cy="33940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14444-88E6-45AC-9826-0B4FD832F856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5859-6172-4797-AC66-F3906A0FE6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76749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14444-88E6-45AC-9826-0B4FD832F856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5859-6172-4797-AC66-F3906A0FE6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95561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14444-88E6-45AC-9826-0B4FD832F856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5859-6172-4797-AC66-F3906A0FE6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85616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14444-88E6-45AC-9826-0B4FD832F856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5859-6172-4797-AC66-F3906A0FE6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52737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14444-88E6-45AC-9826-0B4FD832F856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5859-6172-4797-AC66-F3906A0FE6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9401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14444-88E6-45AC-9826-0B4FD832F856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5859-6172-4797-AC66-F3906A0FE6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41440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14444-88E6-45AC-9826-0B4FD832F856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5859-6172-4797-AC66-F3906A0FE6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26080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06375"/>
            <a:ext cx="2743200" cy="438785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06375"/>
            <a:ext cx="8026400" cy="438785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14444-88E6-45AC-9826-0B4FD832F856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5859-6172-4797-AC66-F3906A0FE6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8778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4DE2B6-3F1D-EB27-A4D3-605AE5D30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BC526C5-70E4-393A-9025-18F8D0300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B6397B-69FE-34E3-3897-9E47CED589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9898D4-5A4B-4B26-BA44-08E7E572AB4B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0DF6D9-7F58-DA1F-830B-A3AA206335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87DC55-B037-0B8D-827A-0DA55EFB83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103A9D-426D-4D59-8C85-EC464A1E2B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4421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B14444-88E6-45AC-9826-0B4FD832F856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245859-6172-4797-AC66-F3906A0FE6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5113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479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35360" y="260648"/>
            <a:ext cx="11521280" cy="633670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/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943872" y="4101075"/>
            <a:ext cx="230425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326896" y="3680946"/>
            <a:ext cx="95382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ВЫПУСКНАЯ КВАЛИФИКАЦИОННАЯ РАБОТА</a:t>
            </a:r>
          </a:p>
        </p:txBody>
      </p:sp>
      <p:pic>
        <p:nvPicPr>
          <p:cNvPr id="1026" name="Picture 2" descr="D:\логотип ргпу\билингв в разн. форматах\билингв. для темного фона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2156" y="1028733"/>
            <a:ext cx="2367689" cy="2324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E59B5C-2EFE-7DE2-8AF3-9F2905CA56E0}"/>
              </a:ext>
            </a:extLst>
          </p:cNvPr>
          <p:cNvSpPr txBox="1"/>
          <p:nvPr/>
        </p:nvSpPr>
        <p:spPr>
          <a:xfrm>
            <a:off x="638734" y="4101075"/>
            <a:ext cx="1050887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на тему: «</a:t>
            </a:r>
            <a:r>
              <a:rPr lang="ru-RU" sz="2000" kern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Разработка генератора иммерсивного театра</a:t>
            </a:r>
            <a:r>
              <a:rPr lang="ru-RU" sz="20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»</a:t>
            </a:r>
          </a:p>
          <a:p>
            <a:endParaRPr lang="ru-RU" sz="20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ru-RU" sz="2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Кафедра информационных систем</a:t>
            </a:r>
          </a:p>
          <a:p>
            <a:r>
              <a:rPr lang="ru-RU" sz="2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Студент группы ИС-1</a:t>
            </a:r>
            <a:r>
              <a:rPr lang="en-US" sz="2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ru-RU" sz="2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2: Момот Д.В.</a:t>
            </a:r>
          </a:p>
          <a:p>
            <a:r>
              <a:rPr lang="ru-RU" sz="2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Научный руководитель: </a:t>
            </a:r>
            <a:r>
              <a:rPr lang="ru-RU" sz="2000" b="1" kern="0" dirty="0" err="1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к</a:t>
            </a:r>
            <a:r>
              <a:rPr lang="ru-RU" sz="2000" b="1" kern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.п.н</a:t>
            </a:r>
            <a:r>
              <a:rPr lang="ru-RU" sz="2000" b="1" kern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., доцент Смирнова Т.С.</a:t>
            </a:r>
            <a:endParaRPr lang="ru-RU" sz="2000" b="1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ru-RU" sz="20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839B83-047C-7E0B-4EC8-98758F4732FE}"/>
              </a:ext>
            </a:extLst>
          </p:cNvPr>
          <p:cNvSpPr txBox="1"/>
          <p:nvPr/>
        </p:nvSpPr>
        <p:spPr>
          <a:xfrm>
            <a:off x="4426242" y="6107545"/>
            <a:ext cx="3339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Санкт-Петербург – 2026 г.</a:t>
            </a:r>
          </a:p>
        </p:txBody>
      </p:sp>
    </p:spTree>
    <p:extLst>
      <p:ext uri="{BB962C8B-B14F-4D97-AF65-F5344CB8AC3E}">
        <p14:creationId xmlns:p14="http://schemas.microsoft.com/office/powerpoint/2010/main" val="3260335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ru-RU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9884" y="1220755"/>
            <a:ext cx="7196645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1" dirty="0">
                <a:latin typeface="Cambria" panose="02040503050406030204" pitchFamily="18" charset="0"/>
                <a:ea typeface="Cambria" panose="02040503050406030204" pitchFamily="18" charset="0"/>
              </a:rPr>
              <a:t>Красиво, хаотично — и несовместимо с учётом.</a:t>
            </a:r>
            <a:br>
              <a:rPr lang="ru-RU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ru-RU" sz="2000" dirty="0">
                <a:latin typeface="Cambria" panose="02040503050406030204" pitchFamily="18" charset="0"/>
                <a:ea typeface="Cambria" panose="02040503050406030204" pitchFamily="18" charset="0"/>
              </a:rPr>
              <a:t>На пике нейросетей мы строим нелинейные истории — линейными инструментами.</a:t>
            </a:r>
            <a:br>
              <a:rPr lang="ru-RU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ru-RU" sz="2000" dirty="0">
                <a:latin typeface="Cambria" panose="02040503050406030204" pitchFamily="18" charset="0"/>
                <a:ea typeface="Cambria" panose="02040503050406030204" pitchFamily="18" charset="0"/>
              </a:rPr>
              <a:t>Правка сценария → десятки файлов.</a:t>
            </a:r>
            <a:br>
              <a:rPr lang="ru-RU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ru-RU" sz="2000" dirty="0">
                <a:latin typeface="Cambria" panose="02040503050406030204" pitchFamily="18" charset="0"/>
                <a:ea typeface="Cambria" panose="02040503050406030204" pitchFamily="18" charset="0"/>
              </a:rPr>
              <a:t>Продажа билетов → администрирование вручную.</a:t>
            </a:r>
            <a:br>
              <a:rPr lang="ru-RU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ru-RU" sz="2000" dirty="0">
                <a:latin typeface="Cambria" panose="02040503050406030204" pitchFamily="18" charset="0"/>
                <a:ea typeface="Cambria" panose="02040503050406030204" pitchFamily="18" charset="0"/>
              </a:rPr>
              <a:t>Иммерсивность → выбор из двух веток.</a:t>
            </a:r>
          </a:p>
          <a:p>
            <a:endParaRPr lang="ru-RU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ru-RU" sz="2200" b="1" dirty="0">
                <a:latin typeface="Cambria" panose="02040503050406030204" pitchFamily="18" charset="0"/>
                <a:ea typeface="Cambria" panose="02040503050406030204" pitchFamily="18" charset="0"/>
              </a:rPr>
              <a:t>Актуальность простая: без умной ИС живой театр так и останется мёртвым учётом.</a:t>
            </a:r>
            <a:endParaRPr lang="ru-RU"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09622" y="260649"/>
            <a:ext cx="37655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ru-RU" sz="2400" dirty="0">
                <a:latin typeface="Cambria" panose="02040503050406030204" pitchFamily="18" charset="0"/>
                <a:ea typeface="Cambria" panose="02040503050406030204" pitchFamily="18" charset="0"/>
              </a:rPr>
              <a:t>Проблема и актуальность</a:t>
            </a:r>
            <a:endParaRPr lang="ru-RU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316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AA274-39B2-A1BE-ADA2-8D6BD8D29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78C2A31-503D-BA0F-BD5F-B29EFA82B83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7F1C03-F086-03C5-08E0-B8BF7238666E}"/>
              </a:ext>
            </a:extLst>
          </p:cNvPr>
          <p:cNvSpPr txBox="1"/>
          <p:nvPr/>
        </p:nvSpPr>
        <p:spPr>
          <a:xfrm>
            <a:off x="409622" y="260649"/>
            <a:ext cx="27843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Cambria" panose="02040503050406030204" pitchFamily="18" charset="0"/>
                <a:ea typeface="Cambria" panose="02040503050406030204" pitchFamily="18" charset="0"/>
              </a:rPr>
              <a:t>Цель и задачи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583761-896C-25A9-1D16-6C69D5F3FDE5}"/>
              </a:ext>
            </a:extLst>
          </p:cNvPr>
          <p:cNvSpPr txBox="1"/>
          <p:nvPr/>
        </p:nvSpPr>
        <p:spPr>
          <a:xfrm>
            <a:off x="841640" y="1125335"/>
            <a:ext cx="702098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1" dirty="0">
                <a:latin typeface="Cambria" panose="02040503050406030204" pitchFamily="18" charset="0"/>
                <a:ea typeface="Cambria" panose="02040503050406030204" pitchFamily="18" charset="0"/>
              </a:rPr>
              <a:t>Разработать генератор иммерсивного театра — единую ИС с нейросетевым ветвлением сценария, десктоп-клиентом для сотрудников и мобильным приложением для голосования зрителей.</a:t>
            </a:r>
            <a:endParaRPr lang="ru-RU"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94E2DAD-02D7-93CD-413B-A6BF46A150C1}"/>
              </a:ext>
            </a:extLst>
          </p:cNvPr>
          <p:cNvSpPr/>
          <p:nvPr/>
        </p:nvSpPr>
        <p:spPr>
          <a:xfrm>
            <a:off x="841640" y="2735627"/>
            <a:ext cx="2182019" cy="2784309"/>
          </a:xfrm>
          <a:prstGeom prst="rect">
            <a:avLst/>
          </a:prstGeom>
          <a:solidFill>
            <a:schemeClr val="bg1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Спроектировать архитектуру ветвления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4E8FEFC-B669-EC10-9E61-3B42934AC889}"/>
              </a:ext>
            </a:extLst>
          </p:cNvPr>
          <p:cNvSpPr/>
          <p:nvPr/>
        </p:nvSpPr>
        <p:spPr>
          <a:xfrm>
            <a:off x="3215680" y="2735627"/>
            <a:ext cx="2182019" cy="2784309"/>
          </a:xfrm>
          <a:prstGeom prst="rect">
            <a:avLst/>
          </a:prstGeom>
          <a:solidFill>
            <a:schemeClr val="bg1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Развернуть нейросетевой контур (n8n + LLM)</a:t>
            </a: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EDFCEA3-E5D1-F6BF-B83D-A1DC660D08BB}"/>
              </a:ext>
            </a:extLst>
          </p:cNvPr>
          <p:cNvSpPr/>
          <p:nvPr/>
        </p:nvSpPr>
        <p:spPr>
          <a:xfrm>
            <a:off x="5615947" y="2735627"/>
            <a:ext cx="2182019" cy="2784309"/>
          </a:xfrm>
          <a:prstGeom prst="rect">
            <a:avLst/>
          </a:prstGeom>
          <a:solidFill>
            <a:schemeClr val="bg1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Реализовать сервер и два клиента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73DF2FC-C6C7-25CD-ABAF-DFE72AE1E56C}"/>
              </a:ext>
            </a:extLst>
          </p:cNvPr>
          <p:cNvSpPr/>
          <p:nvPr/>
        </p:nvSpPr>
        <p:spPr>
          <a:xfrm>
            <a:off x="8016213" y="2735627"/>
            <a:ext cx="2182019" cy="2784309"/>
          </a:xfrm>
          <a:prstGeom prst="rect">
            <a:avLst/>
          </a:prstGeom>
          <a:solidFill>
            <a:schemeClr val="bg1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Протестировать и описать развёртывание</a:t>
            </a: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FF3BB1BD-FB39-0490-5821-E3C245C6B15E}"/>
              </a:ext>
            </a:extLst>
          </p:cNvPr>
          <p:cNvSpPr/>
          <p:nvPr/>
        </p:nvSpPr>
        <p:spPr>
          <a:xfrm>
            <a:off x="1391477" y="4943872"/>
            <a:ext cx="1152128" cy="1152128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667" b="1" dirty="0">
              <a:solidFill>
                <a:srgbClr val="0000CC"/>
              </a:solidFill>
            </a:endParaRP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B7AFE157-B4AA-8BF6-86E5-E6C3825D313D}"/>
              </a:ext>
            </a:extLst>
          </p:cNvPr>
          <p:cNvSpPr/>
          <p:nvPr/>
        </p:nvSpPr>
        <p:spPr>
          <a:xfrm>
            <a:off x="3725245" y="4965171"/>
            <a:ext cx="1152128" cy="1152128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667" b="1" dirty="0">
              <a:solidFill>
                <a:srgbClr val="0000CC"/>
              </a:solidFill>
            </a:endParaRP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2F67938E-D81B-6EBD-A349-D7FA14277426}"/>
              </a:ext>
            </a:extLst>
          </p:cNvPr>
          <p:cNvSpPr/>
          <p:nvPr/>
        </p:nvSpPr>
        <p:spPr>
          <a:xfrm>
            <a:off x="6153576" y="4943872"/>
            <a:ext cx="1152128" cy="1152128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667" b="1" dirty="0">
              <a:solidFill>
                <a:srgbClr val="0000CC"/>
              </a:solidFill>
            </a:endParaRP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733A7C2D-6D3B-A12E-356C-6FAFA1135747}"/>
              </a:ext>
            </a:extLst>
          </p:cNvPr>
          <p:cNvSpPr/>
          <p:nvPr/>
        </p:nvSpPr>
        <p:spPr>
          <a:xfrm>
            <a:off x="8531159" y="4943872"/>
            <a:ext cx="1152128" cy="1152128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667" b="1" dirty="0">
              <a:solidFill>
                <a:srgbClr val="0000CC"/>
              </a:solidFill>
            </a:endParaRPr>
          </a:p>
        </p:txBody>
      </p:sp>
      <p:sp>
        <p:nvSpPr>
          <p:cNvPr id="8" name="Freeform 133">
            <a:extLst>
              <a:ext uri="{FF2B5EF4-FFF2-40B4-BE49-F238E27FC236}">
                <a16:creationId xmlns:a16="http://schemas.microsoft.com/office/drawing/2014/main" id="{A15D0EDC-DFA6-513A-3E39-EEFB86C21CD9}"/>
              </a:ext>
            </a:extLst>
          </p:cNvPr>
          <p:cNvSpPr>
            <a:spLocks noEditPoints="1"/>
          </p:cNvSpPr>
          <p:nvPr/>
        </p:nvSpPr>
        <p:spPr bwMode="auto">
          <a:xfrm>
            <a:off x="1608918" y="5118365"/>
            <a:ext cx="717245" cy="782571"/>
          </a:xfrm>
          <a:custGeom>
            <a:avLst/>
            <a:gdLst>
              <a:gd name="T0" fmla="*/ 3564 w 3566"/>
              <a:gd name="T1" fmla="*/ 3426 h 3443"/>
              <a:gd name="T2" fmla="*/ 3325 w 3566"/>
              <a:gd name="T3" fmla="*/ 3417 h 3443"/>
              <a:gd name="T4" fmla="*/ 3279 w 3566"/>
              <a:gd name="T5" fmla="*/ 3236 h 3443"/>
              <a:gd name="T6" fmla="*/ 2918 w 3566"/>
              <a:gd name="T7" fmla="*/ 3211 h 3443"/>
              <a:gd name="T8" fmla="*/ 2899 w 3566"/>
              <a:gd name="T9" fmla="*/ 3275 h 3443"/>
              <a:gd name="T10" fmla="*/ 2657 w 3566"/>
              <a:gd name="T11" fmla="*/ 3417 h 3443"/>
              <a:gd name="T12" fmla="*/ 2721 w 3566"/>
              <a:gd name="T13" fmla="*/ 3199 h 3443"/>
              <a:gd name="T14" fmla="*/ 2204 w 3566"/>
              <a:gd name="T15" fmla="*/ 3416 h 3443"/>
              <a:gd name="T16" fmla="*/ 1962 w 3566"/>
              <a:gd name="T17" fmla="*/ 3275 h 3443"/>
              <a:gd name="T18" fmla="*/ 1914 w 3566"/>
              <a:gd name="T19" fmla="*/ 3245 h 3443"/>
              <a:gd name="T20" fmla="*/ 1544 w 3566"/>
              <a:gd name="T21" fmla="*/ 3205 h 3443"/>
              <a:gd name="T22" fmla="*/ 1537 w 3566"/>
              <a:gd name="T23" fmla="*/ 3416 h 3443"/>
              <a:gd name="T24" fmla="*/ 1321 w 3566"/>
              <a:gd name="T25" fmla="*/ 3443 h 3443"/>
              <a:gd name="T26" fmla="*/ 1308 w 3566"/>
              <a:gd name="T27" fmla="*/ 3226 h 3443"/>
              <a:gd name="T28" fmla="*/ 889 w 3566"/>
              <a:gd name="T29" fmla="*/ 3220 h 3443"/>
              <a:gd name="T30" fmla="*/ 841 w 3566"/>
              <a:gd name="T31" fmla="*/ 3275 h 3443"/>
              <a:gd name="T32" fmla="*/ 616 w 3566"/>
              <a:gd name="T33" fmla="*/ 3264 h 3443"/>
              <a:gd name="T34" fmla="*/ 211 w 3566"/>
              <a:gd name="T35" fmla="*/ 3197 h 3443"/>
              <a:gd name="T36" fmla="*/ 268 w 3566"/>
              <a:gd name="T37" fmla="*/ 3442 h 3443"/>
              <a:gd name="T38" fmla="*/ 52 w 3566"/>
              <a:gd name="T39" fmla="*/ 3416 h 3443"/>
              <a:gd name="T40" fmla="*/ 3 w 3566"/>
              <a:gd name="T41" fmla="*/ 3245 h 3443"/>
              <a:gd name="T42" fmla="*/ 3482 w 3566"/>
              <a:gd name="T43" fmla="*/ 3135 h 3443"/>
              <a:gd name="T44" fmla="*/ 3423 w 3566"/>
              <a:gd name="T45" fmla="*/ 3052 h 3443"/>
              <a:gd name="T46" fmla="*/ 2758 w 3566"/>
              <a:gd name="T47" fmla="*/ 3151 h 3443"/>
              <a:gd name="T48" fmla="*/ 2119 w 3566"/>
              <a:gd name="T49" fmla="*/ 3135 h 3443"/>
              <a:gd name="T50" fmla="*/ 2061 w 3566"/>
              <a:gd name="T51" fmla="*/ 3052 h 3443"/>
              <a:gd name="T52" fmla="*/ 1396 w 3566"/>
              <a:gd name="T53" fmla="*/ 3151 h 3443"/>
              <a:gd name="T54" fmla="*/ 825 w 3566"/>
              <a:gd name="T55" fmla="*/ 3135 h 3443"/>
              <a:gd name="T56" fmla="*/ 766 w 3566"/>
              <a:gd name="T57" fmla="*/ 3052 h 3443"/>
              <a:gd name="T58" fmla="*/ 101 w 3566"/>
              <a:gd name="T59" fmla="*/ 3151 h 3443"/>
              <a:gd name="T60" fmla="*/ 2737 w 3566"/>
              <a:gd name="T61" fmla="*/ 2845 h 3443"/>
              <a:gd name="T62" fmla="*/ 507 w 3566"/>
              <a:gd name="T63" fmla="*/ 2827 h 3443"/>
              <a:gd name="T64" fmla="*/ 3236 w 3566"/>
              <a:gd name="T65" fmla="*/ 2051 h 3443"/>
              <a:gd name="T66" fmla="*/ 3321 w 3566"/>
              <a:gd name="T67" fmla="*/ 2585 h 3443"/>
              <a:gd name="T68" fmla="*/ 2824 w 3566"/>
              <a:gd name="T69" fmla="*/ 2531 h 3443"/>
              <a:gd name="T70" fmla="*/ 2709 w 3566"/>
              <a:gd name="T71" fmla="*/ 2177 h 3443"/>
              <a:gd name="T72" fmla="*/ 1629 w 3566"/>
              <a:gd name="T73" fmla="*/ 2041 h 3443"/>
              <a:gd name="T74" fmla="*/ 2077 w 3566"/>
              <a:gd name="T75" fmla="*/ 2138 h 3443"/>
              <a:gd name="T76" fmla="*/ 1975 w 3566"/>
              <a:gd name="T77" fmla="*/ 2214 h 3443"/>
              <a:gd name="T78" fmla="*/ 1449 w 3566"/>
              <a:gd name="T79" fmla="*/ 2566 h 3443"/>
              <a:gd name="T80" fmla="*/ 1459 w 3566"/>
              <a:gd name="T81" fmla="*/ 2117 h 3443"/>
              <a:gd name="T82" fmla="*/ 640 w 3566"/>
              <a:gd name="T83" fmla="*/ 2044 h 3443"/>
              <a:gd name="T84" fmla="*/ 785 w 3566"/>
              <a:gd name="T85" fmla="*/ 2564 h 3443"/>
              <a:gd name="T86" fmla="*/ 259 w 3566"/>
              <a:gd name="T87" fmla="*/ 2216 h 3443"/>
              <a:gd name="T88" fmla="*/ 143 w 3566"/>
              <a:gd name="T89" fmla="*/ 2530 h 3443"/>
              <a:gd name="T90" fmla="*/ 202 w 3566"/>
              <a:gd name="T91" fmla="*/ 2078 h 3443"/>
              <a:gd name="T92" fmla="*/ 3179 w 3566"/>
              <a:gd name="T93" fmla="*/ 1859 h 3443"/>
              <a:gd name="T94" fmla="*/ 2916 w 3566"/>
              <a:gd name="T95" fmla="*/ 1913 h 3443"/>
              <a:gd name="T96" fmla="*/ 1850 w 3566"/>
              <a:gd name="T97" fmla="*/ 1745 h 3443"/>
              <a:gd name="T98" fmla="*/ 1745 w 3566"/>
              <a:gd name="T99" fmla="*/ 1994 h 3443"/>
              <a:gd name="T100" fmla="*/ 1745 w 3566"/>
              <a:gd name="T101" fmla="*/ 1725 h 3443"/>
              <a:gd name="T102" fmla="*/ 575 w 3566"/>
              <a:gd name="T103" fmla="*/ 1956 h 3443"/>
              <a:gd name="T104" fmla="*/ 351 w 3566"/>
              <a:gd name="T105" fmla="*/ 1806 h 3443"/>
              <a:gd name="T106" fmla="*/ 1824 w 3566"/>
              <a:gd name="T107" fmla="*/ 1233 h 3443"/>
              <a:gd name="T108" fmla="*/ 1969 w 3566"/>
              <a:gd name="T109" fmla="*/ 376 h 3443"/>
              <a:gd name="T110" fmla="*/ 2168 w 3566"/>
              <a:gd name="T111" fmla="*/ 947 h 3443"/>
              <a:gd name="T112" fmla="*/ 2033 w 3566"/>
              <a:gd name="T113" fmla="*/ 946 h 3443"/>
              <a:gd name="T114" fmla="*/ 1506 w 3566"/>
              <a:gd name="T115" fmla="*/ 1008 h 3443"/>
              <a:gd name="T116" fmla="*/ 1409 w 3566"/>
              <a:gd name="T117" fmla="*/ 514 h 3443"/>
              <a:gd name="T118" fmla="*/ 1828 w 3566"/>
              <a:gd name="T119" fmla="*/ 3 h 3443"/>
              <a:gd name="T120" fmla="*/ 1828 w 3566"/>
              <a:gd name="T121" fmla="*/ 320 h 3443"/>
              <a:gd name="T122" fmla="*/ 1706 w 3566"/>
              <a:gd name="T123" fmla="*/ 28 h 34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566" h="3443">
                <a:moveTo>
                  <a:pt x="3358" y="3197"/>
                </a:moveTo>
                <a:lnTo>
                  <a:pt x="3482" y="3197"/>
                </a:lnTo>
                <a:lnTo>
                  <a:pt x="3484" y="3197"/>
                </a:lnTo>
                <a:lnTo>
                  <a:pt x="3489" y="3197"/>
                </a:lnTo>
                <a:lnTo>
                  <a:pt x="3499" y="3199"/>
                </a:lnTo>
                <a:lnTo>
                  <a:pt x="3510" y="3201"/>
                </a:lnTo>
                <a:lnTo>
                  <a:pt x="3522" y="3205"/>
                </a:lnTo>
                <a:lnTo>
                  <a:pt x="3534" y="3211"/>
                </a:lnTo>
                <a:lnTo>
                  <a:pt x="3546" y="3220"/>
                </a:lnTo>
                <a:lnTo>
                  <a:pt x="3555" y="3230"/>
                </a:lnTo>
                <a:lnTo>
                  <a:pt x="3562" y="3246"/>
                </a:lnTo>
                <a:lnTo>
                  <a:pt x="3566" y="3264"/>
                </a:lnTo>
                <a:lnTo>
                  <a:pt x="3566" y="3416"/>
                </a:lnTo>
                <a:lnTo>
                  <a:pt x="3564" y="3426"/>
                </a:lnTo>
                <a:lnTo>
                  <a:pt x="3559" y="3435"/>
                </a:lnTo>
                <a:lnTo>
                  <a:pt x="3550" y="3440"/>
                </a:lnTo>
                <a:lnTo>
                  <a:pt x="3540" y="3442"/>
                </a:lnTo>
                <a:lnTo>
                  <a:pt x="3530" y="3440"/>
                </a:lnTo>
                <a:lnTo>
                  <a:pt x="3522" y="3435"/>
                </a:lnTo>
                <a:lnTo>
                  <a:pt x="3516" y="3426"/>
                </a:lnTo>
                <a:lnTo>
                  <a:pt x="3514" y="3416"/>
                </a:lnTo>
                <a:lnTo>
                  <a:pt x="3514" y="3275"/>
                </a:lnTo>
                <a:lnTo>
                  <a:pt x="3497" y="3275"/>
                </a:lnTo>
                <a:lnTo>
                  <a:pt x="3497" y="3411"/>
                </a:lnTo>
                <a:lnTo>
                  <a:pt x="3341" y="3411"/>
                </a:lnTo>
                <a:lnTo>
                  <a:pt x="3341" y="3275"/>
                </a:lnTo>
                <a:lnTo>
                  <a:pt x="3325" y="3275"/>
                </a:lnTo>
                <a:lnTo>
                  <a:pt x="3325" y="3417"/>
                </a:lnTo>
                <a:lnTo>
                  <a:pt x="3322" y="3427"/>
                </a:lnTo>
                <a:lnTo>
                  <a:pt x="3317" y="3436"/>
                </a:lnTo>
                <a:lnTo>
                  <a:pt x="3308" y="3441"/>
                </a:lnTo>
                <a:lnTo>
                  <a:pt x="3299" y="3443"/>
                </a:lnTo>
                <a:lnTo>
                  <a:pt x="3289" y="3441"/>
                </a:lnTo>
                <a:lnTo>
                  <a:pt x="3280" y="3436"/>
                </a:lnTo>
                <a:lnTo>
                  <a:pt x="3275" y="3427"/>
                </a:lnTo>
                <a:lnTo>
                  <a:pt x="3273" y="3417"/>
                </a:lnTo>
                <a:lnTo>
                  <a:pt x="3273" y="3264"/>
                </a:lnTo>
                <a:lnTo>
                  <a:pt x="3273" y="3262"/>
                </a:lnTo>
                <a:lnTo>
                  <a:pt x="3273" y="3259"/>
                </a:lnTo>
                <a:lnTo>
                  <a:pt x="3274" y="3252"/>
                </a:lnTo>
                <a:lnTo>
                  <a:pt x="3276" y="3245"/>
                </a:lnTo>
                <a:lnTo>
                  <a:pt x="3279" y="3236"/>
                </a:lnTo>
                <a:lnTo>
                  <a:pt x="3286" y="3226"/>
                </a:lnTo>
                <a:lnTo>
                  <a:pt x="3293" y="3217"/>
                </a:lnTo>
                <a:lnTo>
                  <a:pt x="3304" y="3210"/>
                </a:lnTo>
                <a:lnTo>
                  <a:pt x="3318" y="3203"/>
                </a:lnTo>
                <a:lnTo>
                  <a:pt x="3337" y="3199"/>
                </a:lnTo>
                <a:lnTo>
                  <a:pt x="3358" y="3197"/>
                </a:lnTo>
                <a:close/>
                <a:moveTo>
                  <a:pt x="2743" y="3197"/>
                </a:moveTo>
                <a:lnTo>
                  <a:pt x="2866" y="3197"/>
                </a:lnTo>
                <a:lnTo>
                  <a:pt x="2868" y="3197"/>
                </a:lnTo>
                <a:lnTo>
                  <a:pt x="2875" y="3197"/>
                </a:lnTo>
                <a:lnTo>
                  <a:pt x="2884" y="3199"/>
                </a:lnTo>
                <a:lnTo>
                  <a:pt x="2894" y="3201"/>
                </a:lnTo>
                <a:lnTo>
                  <a:pt x="2906" y="3205"/>
                </a:lnTo>
                <a:lnTo>
                  <a:pt x="2918" y="3211"/>
                </a:lnTo>
                <a:lnTo>
                  <a:pt x="2930" y="3220"/>
                </a:lnTo>
                <a:lnTo>
                  <a:pt x="2940" y="3230"/>
                </a:lnTo>
                <a:lnTo>
                  <a:pt x="2947" y="3246"/>
                </a:lnTo>
                <a:lnTo>
                  <a:pt x="2951" y="3264"/>
                </a:lnTo>
                <a:lnTo>
                  <a:pt x="2951" y="3416"/>
                </a:lnTo>
                <a:lnTo>
                  <a:pt x="2949" y="3426"/>
                </a:lnTo>
                <a:lnTo>
                  <a:pt x="2943" y="3435"/>
                </a:lnTo>
                <a:lnTo>
                  <a:pt x="2934" y="3440"/>
                </a:lnTo>
                <a:lnTo>
                  <a:pt x="2925" y="3442"/>
                </a:lnTo>
                <a:lnTo>
                  <a:pt x="2915" y="3440"/>
                </a:lnTo>
                <a:lnTo>
                  <a:pt x="2906" y="3435"/>
                </a:lnTo>
                <a:lnTo>
                  <a:pt x="2901" y="3426"/>
                </a:lnTo>
                <a:lnTo>
                  <a:pt x="2899" y="3416"/>
                </a:lnTo>
                <a:lnTo>
                  <a:pt x="2899" y="3275"/>
                </a:lnTo>
                <a:lnTo>
                  <a:pt x="2882" y="3275"/>
                </a:lnTo>
                <a:lnTo>
                  <a:pt x="2882" y="3411"/>
                </a:lnTo>
                <a:lnTo>
                  <a:pt x="2726" y="3411"/>
                </a:lnTo>
                <a:lnTo>
                  <a:pt x="2726" y="3275"/>
                </a:lnTo>
                <a:lnTo>
                  <a:pt x="2709" y="3275"/>
                </a:lnTo>
                <a:lnTo>
                  <a:pt x="2709" y="3417"/>
                </a:lnTo>
                <a:lnTo>
                  <a:pt x="2707" y="3427"/>
                </a:lnTo>
                <a:lnTo>
                  <a:pt x="2702" y="3436"/>
                </a:lnTo>
                <a:lnTo>
                  <a:pt x="2694" y="3441"/>
                </a:lnTo>
                <a:lnTo>
                  <a:pt x="2684" y="3443"/>
                </a:lnTo>
                <a:lnTo>
                  <a:pt x="2673" y="3441"/>
                </a:lnTo>
                <a:lnTo>
                  <a:pt x="2665" y="3436"/>
                </a:lnTo>
                <a:lnTo>
                  <a:pt x="2659" y="3427"/>
                </a:lnTo>
                <a:lnTo>
                  <a:pt x="2657" y="3417"/>
                </a:lnTo>
                <a:lnTo>
                  <a:pt x="2657" y="3416"/>
                </a:lnTo>
                <a:lnTo>
                  <a:pt x="2657" y="3416"/>
                </a:lnTo>
                <a:lnTo>
                  <a:pt x="2657" y="3416"/>
                </a:lnTo>
                <a:lnTo>
                  <a:pt x="2657" y="3264"/>
                </a:lnTo>
                <a:lnTo>
                  <a:pt x="2657" y="3262"/>
                </a:lnTo>
                <a:lnTo>
                  <a:pt x="2657" y="3259"/>
                </a:lnTo>
                <a:lnTo>
                  <a:pt x="2658" y="3252"/>
                </a:lnTo>
                <a:lnTo>
                  <a:pt x="2660" y="3245"/>
                </a:lnTo>
                <a:lnTo>
                  <a:pt x="2664" y="3236"/>
                </a:lnTo>
                <a:lnTo>
                  <a:pt x="2670" y="3226"/>
                </a:lnTo>
                <a:lnTo>
                  <a:pt x="2678" y="3217"/>
                </a:lnTo>
                <a:lnTo>
                  <a:pt x="2689" y="3210"/>
                </a:lnTo>
                <a:lnTo>
                  <a:pt x="2703" y="3203"/>
                </a:lnTo>
                <a:lnTo>
                  <a:pt x="2721" y="3199"/>
                </a:lnTo>
                <a:lnTo>
                  <a:pt x="2743" y="3197"/>
                </a:lnTo>
                <a:close/>
                <a:moveTo>
                  <a:pt x="1996" y="3197"/>
                </a:moveTo>
                <a:lnTo>
                  <a:pt x="2120" y="3197"/>
                </a:lnTo>
                <a:lnTo>
                  <a:pt x="2122" y="3197"/>
                </a:lnTo>
                <a:lnTo>
                  <a:pt x="2127" y="3197"/>
                </a:lnTo>
                <a:lnTo>
                  <a:pt x="2137" y="3199"/>
                </a:lnTo>
                <a:lnTo>
                  <a:pt x="2148" y="3201"/>
                </a:lnTo>
                <a:lnTo>
                  <a:pt x="2160" y="3205"/>
                </a:lnTo>
                <a:lnTo>
                  <a:pt x="2172" y="3211"/>
                </a:lnTo>
                <a:lnTo>
                  <a:pt x="2182" y="3220"/>
                </a:lnTo>
                <a:lnTo>
                  <a:pt x="2193" y="3230"/>
                </a:lnTo>
                <a:lnTo>
                  <a:pt x="2200" y="3246"/>
                </a:lnTo>
                <a:lnTo>
                  <a:pt x="2204" y="3264"/>
                </a:lnTo>
                <a:lnTo>
                  <a:pt x="2204" y="3416"/>
                </a:lnTo>
                <a:lnTo>
                  <a:pt x="2202" y="3426"/>
                </a:lnTo>
                <a:lnTo>
                  <a:pt x="2197" y="3435"/>
                </a:lnTo>
                <a:lnTo>
                  <a:pt x="2188" y="3440"/>
                </a:lnTo>
                <a:lnTo>
                  <a:pt x="2177" y="3442"/>
                </a:lnTo>
                <a:lnTo>
                  <a:pt x="2167" y="3440"/>
                </a:lnTo>
                <a:lnTo>
                  <a:pt x="2160" y="3435"/>
                </a:lnTo>
                <a:lnTo>
                  <a:pt x="2154" y="3426"/>
                </a:lnTo>
                <a:lnTo>
                  <a:pt x="2152" y="3416"/>
                </a:lnTo>
                <a:lnTo>
                  <a:pt x="2152" y="3275"/>
                </a:lnTo>
                <a:lnTo>
                  <a:pt x="2135" y="3275"/>
                </a:lnTo>
                <a:lnTo>
                  <a:pt x="2135" y="3411"/>
                </a:lnTo>
                <a:lnTo>
                  <a:pt x="1979" y="3411"/>
                </a:lnTo>
                <a:lnTo>
                  <a:pt x="1979" y="3275"/>
                </a:lnTo>
                <a:lnTo>
                  <a:pt x="1962" y="3275"/>
                </a:lnTo>
                <a:lnTo>
                  <a:pt x="1962" y="3417"/>
                </a:lnTo>
                <a:lnTo>
                  <a:pt x="1960" y="3427"/>
                </a:lnTo>
                <a:lnTo>
                  <a:pt x="1955" y="3436"/>
                </a:lnTo>
                <a:lnTo>
                  <a:pt x="1946" y="3441"/>
                </a:lnTo>
                <a:lnTo>
                  <a:pt x="1936" y="3443"/>
                </a:lnTo>
                <a:lnTo>
                  <a:pt x="1926" y="3441"/>
                </a:lnTo>
                <a:lnTo>
                  <a:pt x="1918" y="3436"/>
                </a:lnTo>
                <a:lnTo>
                  <a:pt x="1912" y="3427"/>
                </a:lnTo>
                <a:lnTo>
                  <a:pt x="1909" y="3417"/>
                </a:lnTo>
                <a:lnTo>
                  <a:pt x="1909" y="3264"/>
                </a:lnTo>
                <a:lnTo>
                  <a:pt x="1909" y="3262"/>
                </a:lnTo>
                <a:lnTo>
                  <a:pt x="1910" y="3259"/>
                </a:lnTo>
                <a:lnTo>
                  <a:pt x="1912" y="3252"/>
                </a:lnTo>
                <a:lnTo>
                  <a:pt x="1914" y="3245"/>
                </a:lnTo>
                <a:lnTo>
                  <a:pt x="1917" y="3236"/>
                </a:lnTo>
                <a:lnTo>
                  <a:pt x="1922" y="3226"/>
                </a:lnTo>
                <a:lnTo>
                  <a:pt x="1931" y="3217"/>
                </a:lnTo>
                <a:lnTo>
                  <a:pt x="1942" y="3210"/>
                </a:lnTo>
                <a:lnTo>
                  <a:pt x="1956" y="3203"/>
                </a:lnTo>
                <a:lnTo>
                  <a:pt x="1973" y="3199"/>
                </a:lnTo>
                <a:lnTo>
                  <a:pt x="1996" y="3197"/>
                </a:lnTo>
                <a:close/>
                <a:moveTo>
                  <a:pt x="1381" y="3197"/>
                </a:moveTo>
                <a:lnTo>
                  <a:pt x="1504" y="3197"/>
                </a:lnTo>
                <a:lnTo>
                  <a:pt x="1506" y="3197"/>
                </a:lnTo>
                <a:lnTo>
                  <a:pt x="1513" y="3197"/>
                </a:lnTo>
                <a:lnTo>
                  <a:pt x="1521" y="3199"/>
                </a:lnTo>
                <a:lnTo>
                  <a:pt x="1532" y="3201"/>
                </a:lnTo>
                <a:lnTo>
                  <a:pt x="1544" y="3205"/>
                </a:lnTo>
                <a:lnTo>
                  <a:pt x="1556" y="3211"/>
                </a:lnTo>
                <a:lnTo>
                  <a:pt x="1568" y="3220"/>
                </a:lnTo>
                <a:lnTo>
                  <a:pt x="1578" y="3230"/>
                </a:lnTo>
                <a:lnTo>
                  <a:pt x="1584" y="3246"/>
                </a:lnTo>
                <a:lnTo>
                  <a:pt x="1589" y="3264"/>
                </a:lnTo>
                <a:lnTo>
                  <a:pt x="1589" y="3416"/>
                </a:lnTo>
                <a:lnTo>
                  <a:pt x="1586" y="3426"/>
                </a:lnTo>
                <a:lnTo>
                  <a:pt x="1581" y="3435"/>
                </a:lnTo>
                <a:lnTo>
                  <a:pt x="1572" y="3440"/>
                </a:lnTo>
                <a:lnTo>
                  <a:pt x="1563" y="3442"/>
                </a:lnTo>
                <a:lnTo>
                  <a:pt x="1553" y="3440"/>
                </a:lnTo>
                <a:lnTo>
                  <a:pt x="1544" y="3435"/>
                </a:lnTo>
                <a:lnTo>
                  <a:pt x="1539" y="3426"/>
                </a:lnTo>
                <a:lnTo>
                  <a:pt x="1537" y="3416"/>
                </a:lnTo>
                <a:lnTo>
                  <a:pt x="1537" y="3275"/>
                </a:lnTo>
                <a:lnTo>
                  <a:pt x="1520" y="3275"/>
                </a:lnTo>
                <a:lnTo>
                  <a:pt x="1520" y="3411"/>
                </a:lnTo>
                <a:lnTo>
                  <a:pt x="1363" y="3411"/>
                </a:lnTo>
                <a:lnTo>
                  <a:pt x="1363" y="3275"/>
                </a:lnTo>
                <a:lnTo>
                  <a:pt x="1347" y="3275"/>
                </a:lnTo>
                <a:lnTo>
                  <a:pt x="1347" y="3416"/>
                </a:lnTo>
                <a:lnTo>
                  <a:pt x="1347" y="3416"/>
                </a:lnTo>
                <a:lnTo>
                  <a:pt x="1347" y="3416"/>
                </a:lnTo>
                <a:lnTo>
                  <a:pt x="1347" y="3417"/>
                </a:lnTo>
                <a:lnTo>
                  <a:pt x="1345" y="3427"/>
                </a:lnTo>
                <a:lnTo>
                  <a:pt x="1339" y="3436"/>
                </a:lnTo>
                <a:lnTo>
                  <a:pt x="1331" y="3441"/>
                </a:lnTo>
                <a:lnTo>
                  <a:pt x="1321" y="3443"/>
                </a:lnTo>
                <a:lnTo>
                  <a:pt x="1310" y="3441"/>
                </a:lnTo>
                <a:lnTo>
                  <a:pt x="1303" y="3436"/>
                </a:lnTo>
                <a:lnTo>
                  <a:pt x="1297" y="3427"/>
                </a:lnTo>
                <a:lnTo>
                  <a:pt x="1295" y="3417"/>
                </a:lnTo>
                <a:lnTo>
                  <a:pt x="1295" y="3416"/>
                </a:lnTo>
                <a:lnTo>
                  <a:pt x="1295" y="3416"/>
                </a:lnTo>
                <a:lnTo>
                  <a:pt x="1295" y="3416"/>
                </a:lnTo>
                <a:lnTo>
                  <a:pt x="1295" y="3264"/>
                </a:lnTo>
                <a:lnTo>
                  <a:pt x="1295" y="3262"/>
                </a:lnTo>
                <a:lnTo>
                  <a:pt x="1295" y="3259"/>
                </a:lnTo>
                <a:lnTo>
                  <a:pt x="1296" y="3252"/>
                </a:lnTo>
                <a:lnTo>
                  <a:pt x="1298" y="3245"/>
                </a:lnTo>
                <a:lnTo>
                  <a:pt x="1301" y="3236"/>
                </a:lnTo>
                <a:lnTo>
                  <a:pt x="1308" y="3226"/>
                </a:lnTo>
                <a:lnTo>
                  <a:pt x="1316" y="3217"/>
                </a:lnTo>
                <a:lnTo>
                  <a:pt x="1326" y="3210"/>
                </a:lnTo>
                <a:lnTo>
                  <a:pt x="1340" y="3203"/>
                </a:lnTo>
                <a:lnTo>
                  <a:pt x="1359" y="3199"/>
                </a:lnTo>
                <a:lnTo>
                  <a:pt x="1381" y="3197"/>
                </a:lnTo>
                <a:close/>
                <a:moveTo>
                  <a:pt x="701" y="3197"/>
                </a:moveTo>
                <a:lnTo>
                  <a:pt x="825" y="3197"/>
                </a:lnTo>
                <a:lnTo>
                  <a:pt x="827" y="3197"/>
                </a:lnTo>
                <a:lnTo>
                  <a:pt x="833" y="3197"/>
                </a:lnTo>
                <a:lnTo>
                  <a:pt x="842" y="3199"/>
                </a:lnTo>
                <a:lnTo>
                  <a:pt x="853" y="3201"/>
                </a:lnTo>
                <a:lnTo>
                  <a:pt x="865" y="3205"/>
                </a:lnTo>
                <a:lnTo>
                  <a:pt x="877" y="3211"/>
                </a:lnTo>
                <a:lnTo>
                  <a:pt x="889" y="3220"/>
                </a:lnTo>
                <a:lnTo>
                  <a:pt x="898" y="3230"/>
                </a:lnTo>
                <a:lnTo>
                  <a:pt x="905" y="3246"/>
                </a:lnTo>
                <a:lnTo>
                  <a:pt x="909" y="3264"/>
                </a:lnTo>
                <a:lnTo>
                  <a:pt x="909" y="3416"/>
                </a:lnTo>
                <a:lnTo>
                  <a:pt x="907" y="3426"/>
                </a:lnTo>
                <a:lnTo>
                  <a:pt x="902" y="3435"/>
                </a:lnTo>
                <a:lnTo>
                  <a:pt x="893" y="3440"/>
                </a:lnTo>
                <a:lnTo>
                  <a:pt x="883" y="3442"/>
                </a:lnTo>
                <a:lnTo>
                  <a:pt x="873" y="3440"/>
                </a:lnTo>
                <a:lnTo>
                  <a:pt x="865" y="3435"/>
                </a:lnTo>
                <a:lnTo>
                  <a:pt x="859" y="3426"/>
                </a:lnTo>
                <a:lnTo>
                  <a:pt x="857" y="3416"/>
                </a:lnTo>
                <a:lnTo>
                  <a:pt x="857" y="3275"/>
                </a:lnTo>
                <a:lnTo>
                  <a:pt x="841" y="3275"/>
                </a:lnTo>
                <a:lnTo>
                  <a:pt x="841" y="3411"/>
                </a:lnTo>
                <a:lnTo>
                  <a:pt x="684" y="3411"/>
                </a:lnTo>
                <a:lnTo>
                  <a:pt x="684" y="3275"/>
                </a:lnTo>
                <a:lnTo>
                  <a:pt x="668" y="3275"/>
                </a:lnTo>
                <a:lnTo>
                  <a:pt x="668" y="3417"/>
                </a:lnTo>
                <a:lnTo>
                  <a:pt x="665" y="3427"/>
                </a:lnTo>
                <a:lnTo>
                  <a:pt x="660" y="3436"/>
                </a:lnTo>
                <a:lnTo>
                  <a:pt x="651" y="3441"/>
                </a:lnTo>
                <a:lnTo>
                  <a:pt x="642" y="3443"/>
                </a:lnTo>
                <a:lnTo>
                  <a:pt x="631" y="3441"/>
                </a:lnTo>
                <a:lnTo>
                  <a:pt x="623" y="3436"/>
                </a:lnTo>
                <a:lnTo>
                  <a:pt x="618" y="3427"/>
                </a:lnTo>
                <a:lnTo>
                  <a:pt x="616" y="3417"/>
                </a:lnTo>
                <a:lnTo>
                  <a:pt x="616" y="3264"/>
                </a:lnTo>
                <a:lnTo>
                  <a:pt x="616" y="3262"/>
                </a:lnTo>
                <a:lnTo>
                  <a:pt x="616" y="3259"/>
                </a:lnTo>
                <a:lnTo>
                  <a:pt x="617" y="3252"/>
                </a:lnTo>
                <a:lnTo>
                  <a:pt x="619" y="3245"/>
                </a:lnTo>
                <a:lnTo>
                  <a:pt x="622" y="3236"/>
                </a:lnTo>
                <a:lnTo>
                  <a:pt x="627" y="3226"/>
                </a:lnTo>
                <a:lnTo>
                  <a:pt x="636" y="3217"/>
                </a:lnTo>
                <a:lnTo>
                  <a:pt x="647" y="3210"/>
                </a:lnTo>
                <a:lnTo>
                  <a:pt x="661" y="3203"/>
                </a:lnTo>
                <a:lnTo>
                  <a:pt x="678" y="3199"/>
                </a:lnTo>
                <a:lnTo>
                  <a:pt x="701" y="3197"/>
                </a:lnTo>
                <a:close/>
                <a:moveTo>
                  <a:pt x="86" y="3197"/>
                </a:moveTo>
                <a:lnTo>
                  <a:pt x="209" y="3197"/>
                </a:lnTo>
                <a:lnTo>
                  <a:pt x="211" y="3197"/>
                </a:lnTo>
                <a:lnTo>
                  <a:pt x="218" y="3197"/>
                </a:lnTo>
                <a:lnTo>
                  <a:pt x="226" y="3199"/>
                </a:lnTo>
                <a:lnTo>
                  <a:pt x="237" y="3201"/>
                </a:lnTo>
                <a:lnTo>
                  <a:pt x="249" y="3205"/>
                </a:lnTo>
                <a:lnTo>
                  <a:pt x="262" y="3211"/>
                </a:lnTo>
                <a:lnTo>
                  <a:pt x="273" y="3220"/>
                </a:lnTo>
                <a:lnTo>
                  <a:pt x="283" y="3230"/>
                </a:lnTo>
                <a:lnTo>
                  <a:pt x="290" y="3246"/>
                </a:lnTo>
                <a:lnTo>
                  <a:pt x="294" y="3264"/>
                </a:lnTo>
                <a:lnTo>
                  <a:pt x="294" y="3416"/>
                </a:lnTo>
                <a:lnTo>
                  <a:pt x="291" y="3426"/>
                </a:lnTo>
                <a:lnTo>
                  <a:pt x="286" y="3435"/>
                </a:lnTo>
                <a:lnTo>
                  <a:pt x="277" y="3440"/>
                </a:lnTo>
                <a:lnTo>
                  <a:pt x="268" y="3442"/>
                </a:lnTo>
                <a:lnTo>
                  <a:pt x="258" y="3440"/>
                </a:lnTo>
                <a:lnTo>
                  <a:pt x="249" y="3435"/>
                </a:lnTo>
                <a:lnTo>
                  <a:pt x="244" y="3426"/>
                </a:lnTo>
                <a:lnTo>
                  <a:pt x="242" y="3416"/>
                </a:lnTo>
                <a:lnTo>
                  <a:pt x="242" y="3416"/>
                </a:lnTo>
                <a:lnTo>
                  <a:pt x="242" y="3416"/>
                </a:lnTo>
                <a:lnTo>
                  <a:pt x="242" y="3275"/>
                </a:lnTo>
                <a:lnTo>
                  <a:pt x="224" y="3275"/>
                </a:lnTo>
                <a:lnTo>
                  <a:pt x="224" y="3411"/>
                </a:lnTo>
                <a:lnTo>
                  <a:pt x="68" y="3411"/>
                </a:lnTo>
                <a:lnTo>
                  <a:pt x="68" y="3275"/>
                </a:lnTo>
                <a:lnTo>
                  <a:pt x="52" y="3275"/>
                </a:lnTo>
                <a:lnTo>
                  <a:pt x="52" y="3416"/>
                </a:lnTo>
                <a:lnTo>
                  <a:pt x="52" y="3416"/>
                </a:lnTo>
                <a:lnTo>
                  <a:pt x="52" y="3416"/>
                </a:lnTo>
                <a:lnTo>
                  <a:pt x="52" y="3417"/>
                </a:lnTo>
                <a:lnTo>
                  <a:pt x="51" y="3427"/>
                </a:lnTo>
                <a:lnTo>
                  <a:pt x="44" y="3436"/>
                </a:lnTo>
                <a:lnTo>
                  <a:pt x="37" y="3441"/>
                </a:lnTo>
                <a:lnTo>
                  <a:pt x="26" y="3443"/>
                </a:lnTo>
                <a:lnTo>
                  <a:pt x="16" y="3441"/>
                </a:lnTo>
                <a:lnTo>
                  <a:pt x="8" y="3436"/>
                </a:lnTo>
                <a:lnTo>
                  <a:pt x="2" y="3427"/>
                </a:lnTo>
                <a:lnTo>
                  <a:pt x="0" y="3417"/>
                </a:lnTo>
                <a:lnTo>
                  <a:pt x="0" y="3262"/>
                </a:lnTo>
                <a:lnTo>
                  <a:pt x="0" y="3259"/>
                </a:lnTo>
                <a:lnTo>
                  <a:pt x="1" y="3252"/>
                </a:lnTo>
                <a:lnTo>
                  <a:pt x="3" y="3245"/>
                </a:lnTo>
                <a:lnTo>
                  <a:pt x="8" y="3236"/>
                </a:lnTo>
                <a:lnTo>
                  <a:pt x="13" y="3226"/>
                </a:lnTo>
                <a:lnTo>
                  <a:pt x="21" y="3217"/>
                </a:lnTo>
                <a:lnTo>
                  <a:pt x="31" y="3210"/>
                </a:lnTo>
                <a:lnTo>
                  <a:pt x="46" y="3203"/>
                </a:lnTo>
                <a:lnTo>
                  <a:pt x="64" y="3199"/>
                </a:lnTo>
                <a:lnTo>
                  <a:pt x="86" y="3197"/>
                </a:lnTo>
                <a:close/>
                <a:moveTo>
                  <a:pt x="3423" y="3052"/>
                </a:moveTo>
                <a:lnTo>
                  <a:pt x="3443" y="3055"/>
                </a:lnTo>
                <a:lnTo>
                  <a:pt x="3459" y="3065"/>
                </a:lnTo>
                <a:lnTo>
                  <a:pt x="3473" y="3078"/>
                </a:lnTo>
                <a:lnTo>
                  <a:pt x="3482" y="3096"/>
                </a:lnTo>
                <a:lnTo>
                  <a:pt x="3485" y="3115"/>
                </a:lnTo>
                <a:lnTo>
                  <a:pt x="3482" y="3135"/>
                </a:lnTo>
                <a:lnTo>
                  <a:pt x="3473" y="3151"/>
                </a:lnTo>
                <a:lnTo>
                  <a:pt x="3459" y="3164"/>
                </a:lnTo>
                <a:lnTo>
                  <a:pt x="3443" y="3173"/>
                </a:lnTo>
                <a:lnTo>
                  <a:pt x="3423" y="3176"/>
                </a:lnTo>
                <a:lnTo>
                  <a:pt x="3404" y="3173"/>
                </a:lnTo>
                <a:lnTo>
                  <a:pt x="3386" y="3164"/>
                </a:lnTo>
                <a:lnTo>
                  <a:pt x="3373" y="3151"/>
                </a:lnTo>
                <a:lnTo>
                  <a:pt x="3365" y="3135"/>
                </a:lnTo>
                <a:lnTo>
                  <a:pt x="3361" y="3115"/>
                </a:lnTo>
                <a:lnTo>
                  <a:pt x="3365" y="3096"/>
                </a:lnTo>
                <a:lnTo>
                  <a:pt x="3373" y="3078"/>
                </a:lnTo>
                <a:lnTo>
                  <a:pt x="3386" y="3065"/>
                </a:lnTo>
                <a:lnTo>
                  <a:pt x="3404" y="3055"/>
                </a:lnTo>
                <a:lnTo>
                  <a:pt x="3423" y="3052"/>
                </a:lnTo>
                <a:close/>
                <a:moveTo>
                  <a:pt x="2808" y="3052"/>
                </a:moveTo>
                <a:lnTo>
                  <a:pt x="2827" y="3055"/>
                </a:lnTo>
                <a:lnTo>
                  <a:pt x="2845" y="3065"/>
                </a:lnTo>
                <a:lnTo>
                  <a:pt x="2858" y="3078"/>
                </a:lnTo>
                <a:lnTo>
                  <a:pt x="2866" y="3096"/>
                </a:lnTo>
                <a:lnTo>
                  <a:pt x="2869" y="3115"/>
                </a:lnTo>
                <a:lnTo>
                  <a:pt x="2866" y="3135"/>
                </a:lnTo>
                <a:lnTo>
                  <a:pt x="2858" y="3151"/>
                </a:lnTo>
                <a:lnTo>
                  <a:pt x="2845" y="3164"/>
                </a:lnTo>
                <a:lnTo>
                  <a:pt x="2827" y="3173"/>
                </a:lnTo>
                <a:lnTo>
                  <a:pt x="2808" y="3176"/>
                </a:lnTo>
                <a:lnTo>
                  <a:pt x="2788" y="3173"/>
                </a:lnTo>
                <a:lnTo>
                  <a:pt x="2771" y="3164"/>
                </a:lnTo>
                <a:lnTo>
                  <a:pt x="2758" y="3151"/>
                </a:lnTo>
                <a:lnTo>
                  <a:pt x="2749" y="3135"/>
                </a:lnTo>
                <a:lnTo>
                  <a:pt x="2746" y="3115"/>
                </a:lnTo>
                <a:lnTo>
                  <a:pt x="2749" y="3096"/>
                </a:lnTo>
                <a:lnTo>
                  <a:pt x="2758" y="3078"/>
                </a:lnTo>
                <a:lnTo>
                  <a:pt x="2771" y="3065"/>
                </a:lnTo>
                <a:lnTo>
                  <a:pt x="2788" y="3055"/>
                </a:lnTo>
                <a:lnTo>
                  <a:pt x="2808" y="3052"/>
                </a:lnTo>
                <a:close/>
                <a:moveTo>
                  <a:pt x="2061" y="3052"/>
                </a:moveTo>
                <a:lnTo>
                  <a:pt x="2081" y="3055"/>
                </a:lnTo>
                <a:lnTo>
                  <a:pt x="2097" y="3065"/>
                </a:lnTo>
                <a:lnTo>
                  <a:pt x="2110" y="3078"/>
                </a:lnTo>
                <a:lnTo>
                  <a:pt x="2119" y="3096"/>
                </a:lnTo>
                <a:lnTo>
                  <a:pt x="2122" y="3115"/>
                </a:lnTo>
                <a:lnTo>
                  <a:pt x="2119" y="3135"/>
                </a:lnTo>
                <a:lnTo>
                  <a:pt x="2110" y="3151"/>
                </a:lnTo>
                <a:lnTo>
                  <a:pt x="2097" y="3165"/>
                </a:lnTo>
                <a:lnTo>
                  <a:pt x="2081" y="3174"/>
                </a:lnTo>
                <a:lnTo>
                  <a:pt x="2061" y="3177"/>
                </a:lnTo>
                <a:lnTo>
                  <a:pt x="2040" y="3174"/>
                </a:lnTo>
                <a:lnTo>
                  <a:pt x="2024" y="3165"/>
                </a:lnTo>
                <a:lnTo>
                  <a:pt x="2010" y="3151"/>
                </a:lnTo>
                <a:lnTo>
                  <a:pt x="2001" y="3135"/>
                </a:lnTo>
                <a:lnTo>
                  <a:pt x="1998" y="3115"/>
                </a:lnTo>
                <a:lnTo>
                  <a:pt x="2001" y="3096"/>
                </a:lnTo>
                <a:lnTo>
                  <a:pt x="2010" y="3078"/>
                </a:lnTo>
                <a:lnTo>
                  <a:pt x="2024" y="3065"/>
                </a:lnTo>
                <a:lnTo>
                  <a:pt x="2040" y="3055"/>
                </a:lnTo>
                <a:lnTo>
                  <a:pt x="2061" y="3052"/>
                </a:lnTo>
                <a:close/>
                <a:moveTo>
                  <a:pt x="1446" y="3052"/>
                </a:moveTo>
                <a:lnTo>
                  <a:pt x="1465" y="3055"/>
                </a:lnTo>
                <a:lnTo>
                  <a:pt x="1481" y="3065"/>
                </a:lnTo>
                <a:lnTo>
                  <a:pt x="1495" y="3078"/>
                </a:lnTo>
                <a:lnTo>
                  <a:pt x="1504" y="3096"/>
                </a:lnTo>
                <a:lnTo>
                  <a:pt x="1507" y="3115"/>
                </a:lnTo>
                <a:lnTo>
                  <a:pt x="1504" y="3135"/>
                </a:lnTo>
                <a:lnTo>
                  <a:pt x="1495" y="3151"/>
                </a:lnTo>
                <a:lnTo>
                  <a:pt x="1481" y="3164"/>
                </a:lnTo>
                <a:lnTo>
                  <a:pt x="1465" y="3173"/>
                </a:lnTo>
                <a:lnTo>
                  <a:pt x="1446" y="3176"/>
                </a:lnTo>
                <a:lnTo>
                  <a:pt x="1426" y="3173"/>
                </a:lnTo>
                <a:lnTo>
                  <a:pt x="1409" y="3164"/>
                </a:lnTo>
                <a:lnTo>
                  <a:pt x="1396" y="3151"/>
                </a:lnTo>
                <a:lnTo>
                  <a:pt x="1387" y="3135"/>
                </a:lnTo>
                <a:lnTo>
                  <a:pt x="1384" y="3115"/>
                </a:lnTo>
                <a:lnTo>
                  <a:pt x="1387" y="3096"/>
                </a:lnTo>
                <a:lnTo>
                  <a:pt x="1396" y="3078"/>
                </a:lnTo>
                <a:lnTo>
                  <a:pt x="1409" y="3065"/>
                </a:lnTo>
                <a:lnTo>
                  <a:pt x="1426" y="3055"/>
                </a:lnTo>
                <a:lnTo>
                  <a:pt x="1446" y="3052"/>
                </a:lnTo>
                <a:close/>
                <a:moveTo>
                  <a:pt x="766" y="3052"/>
                </a:moveTo>
                <a:lnTo>
                  <a:pt x="786" y="3055"/>
                </a:lnTo>
                <a:lnTo>
                  <a:pt x="802" y="3065"/>
                </a:lnTo>
                <a:lnTo>
                  <a:pt x="816" y="3078"/>
                </a:lnTo>
                <a:lnTo>
                  <a:pt x="825" y="3096"/>
                </a:lnTo>
                <a:lnTo>
                  <a:pt x="828" y="3115"/>
                </a:lnTo>
                <a:lnTo>
                  <a:pt x="825" y="3135"/>
                </a:lnTo>
                <a:lnTo>
                  <a:pt x="816" y="3151"/>
                </a:lnTo>
                <a:lnTo>
                  <a:pt x="802" y="3165"/>
                </a:lnTo>
                <a:lnTo>
                  <a:pt x="786" y="3174"/>
                </a:lnTo>
                <a:lnTo>
                  <a:pt x="766" y="3177"/>
                </a:lnTo>
                <a:lnTo>
                  <a:pt x="747" y="3174"/>
                </a:lnTo>
                <a:lnTo>
                  <a:pt x="729" y="3165"/>
                </a:lnTo>
                <a:lnTo>
                  <a:pt x="716" y="3151"/>
                </a:lnTo>
                <a:lnTo>
                  <a:pt x="708" y="3135"/>
                </a:lnTo>
                <a:lnTo>
                  <a:pt x="704" y="3115"/>
                </a:lnTo>
                <a:lnTo>
                  <a:pt x="708" y="3096"/>
                </a:lnTo>
                <a:lnTo>
                  <a:pt x="716" y="3078"/>
                </a:lnTo>
                <a:lnTo>
                  <a:pt x="729" y="3065"/>
                </a:lnTo>
                <a:lnTo>
                  <a:pt x="747" y="3055"/>
                </a:lnTo>
                <a:lnTo>
                  <a:pt x="766" y="3052"/>
                </a:lnTo>
                <a:close/>
                <a:moveTo>
                  <a:pt x="151" y="3052"/>
                </a:moveTo>
                <a:lnTo>
                  <a:pt x="170" y="3055"/>
                </a:lnTo>
                <a:lnTo>
                  <a:pt x="187" y="3065"/>
                </a:lnTo>
                <a:lnTo>
                  <a:pt x="200" y="3078"/>
                </a:lnTo>
                <a:lnTo>
                  <a:pt x="209" y="3096"/>
                </a:lnTo>
                <a:lnTo>
                  <a:pt x="212" y="3115"/>
                </a:lnTo>
                <a:lnTo>
                  <a:pt x="209" y="3135"/>
                </a:lnTo>
                <a:lnTo>
                  <a:pt x="200" y="3151"/>
                </a:lnTo>
                <a:lnTo>
                  <a:pt x="187" y="3165"/>
                </a:lnTo>
                <a:lnTo>
                  <a:pt x="170" y="3174"/>
                </a:lnTo>
                <a:lnTo>
                  <a:pt x="151" y="3177"/>
                </a:lnTo>
                <a:lnTo>
                  <a:pt x="131" y="3174"/>
                </a:lnTo>
                <a:lnTo>
                  <a:pt x="114" y="3165"/>
                </a:lnTo>
                <a:lnTo>
                  <a:pt x="101" y="3151"/>
                </a:lnTo>
                <a:lnTo>
                  <a:pt x="92" y="3135"/>
                </a:lnTo>
                <a:lnTo>
                  <a:pt x="89" y="3115"/>
                </a:lnTo>
                <a:lnTo>
                  <a:pt x="92" y="3096"/>
                </a:lnTo>
                <a:lnTo>
                  <a:pt x="101" y="3078"/>
                </a:lnTo>
                <a:lnTo>
                  <a:pt x="114" y="3065"/>
                </a:lnTo>
                <a:lnTo>
                  <a:pt x="131" y="3055"/>
                </a:lnTo>
                <a:lnTo>
                  <a:pt x="151" y="3052"/>
                </a:lnTo>
                <a:close/>
                <a:moveTo>
                  <a:pt x="3053" y="2647"/>
                </a:moveTo>
                <a:lnTo>
                  <a:pt x="3127" y="2647"/>
                </a:lnTo>
                <a:lnTo>
                  <a:pt x="3127" y="2845"/>
                </a:lnTo>
                <a:lnTo>
                  <a:pt x="3443" y="2845"/>
                </a:lnTo>
                <a:lnTo>
                  <a:pt x="3443" y="2921"/>
                </a:lnTo>
                <a:lnTo>
                  <a:pt x="2737" y="2921"/>
                </a:lnTo>
                <a:lnTo>
                  <a:pt x="2737" y="2845"/>
                </a:lnTo>
                <a:lnTo>
                  <a:pt x="3053" y="2845"/>
                </a:lnTo>
                <a:lnTo>
                  <a:pt x="3053" y="2647"/>
                </a:lnTo>
                <a:close/>
                <a:moveTo>
                  <a:pt x="1742" y="2647"/>
                </a:moveTo>
                <a:lnTo>
                  <a:pt x="1817" y="2647"/>
                </a:lnTo>
                <a:lnTo>
                  <a:pt x="1817" y="2845"/>
                </a:lnTo>
                <a:lnTo>
                  <a:pt x="2133" y="2845"/>
                </a:lnTo>
                <a:lnTo>
                  <a:pt x="2133" y="2921"/>
                </a:lnTo>
                <a:lnTo>
                  <a:pt x="1427" y="2921"/>
                </a:lnTo>
                <a:lnTo>
                  <a:pt x="1427" y="2845"/>
                </a:lnTo>
                <a:lnTo>
                  <a:pt x="1742" y="2845"/>
                </a:lnTo>
                <a:lnTo>
                  <a:pt x="1742" y="2647"/>
                </a:lnTo>
                <a:close/>
                <a:moveTo>
                  <a:pt x="432" y="2628"/>
                </a:moveTo>
                <a:lnTo>
                  <a:pt x="507" y="2628"/>
                </a:lnTo>
                <a:lnTo>
                  <a:pt x="507" y="2827"/>
                </a:lnTo>
                <a:lnTo>
                  <a:pt x="822" y="2827"/>
                </a:lnTo>
                <a:lnTo>
                  <a:pt x="822" y="2902"/>
                </a:lnTo>
                <a:lnTo>
                  <a:pt x="117" y="2902"/>
                </a:lnTo>
                <a:lnTo>
                  <a:pt x="117" y="2827"/>
                </a:lnTo>
                <a:lnTo>
                  <a:pt x="432" y="2827"/>
                </a:lnTo>
                <a:lnTo>
                  <a:pt x="432" y="2628"/>
                </a:lnTo>
                <a:close/>
                <a:moveTo>
                  <a:pt x="2899" y="2041"/>
                </a:moveTo>
                <a:lnTo>
                  <a:pt x="3173" y="2041"/>
                </a:lnTo>
                <a:lnTo>
                  <a:pt x="3175" y="2041"/>
                </a:lnTo>
                <a:lnTo>
                  <a:pt x="3182" y="2041"/>
                </a:lnTo>
                <a:lnTo>
                  <a:pt x="3191" y="2042"/>
                </a:lnTo>
                <a:lnTo>
                  <a:pt x="3204" y="2044"/>
                </a:lnTo>
                <a:lnTo>
                  <a:pt x="3219" y="2046"/>
                </a:lnTo>
                <a:lnTo>
                  <a:pt x="3236" y="2051"/>
                </a:lnTo>
                <a:lnTo>
                  <a:pt x="3253" y="2056"/>
                </a:lnTo>
                <a:lnTo>
                  <a:pt x="3271" y="2063"/>
                </a:lnTo>
                <a:lnTo>
                  <a:pt x="3289" y="2072"/>
                </a:lnTo>
                <a:lnTo>
                  <a:pt x="3306" y="2084"/>
                </a:lnTo>
                <a:lnTo>
                  <a:pt x="3322" y="2100"/>
                </a:lnTo>
                <a:lnTo>
                  <a:pt x="3337" y="2117"/>
                </a:lnTo>
                <a:lnTo>
                  <a:pt x="3347" y="2138"/>
                </a:lnTo>
                <a:lnTo>
                  <a:pt x="3356" y="2162"/>
                </a:lnTo>
                <a:lnTo>
                  <a:pt x="3360" y="2190"/>
                </a:lnTo>
                <a:lnTo>
                  <a:pt x="3360" y="2529"/>
                </a:lnTo>
                <a:lnTo>
                  <a:pt x="3358" y="2548"/>
                </a:lnTo>
                <a:lnTo>
                  <a:pt x="3350" y="2564"/>
                </a:lnTo>
                <a:lnTo>
                  <a:pt x="3337" y="2577"/>
                </a:lnTo>
                <a:lnTo>
                  <a:pt x="3321" y="2585"/>
                </a:lnTo>
                <a:lnTo>
                  <a:pt x="3303" y="2588"/>
                </a:lnTo>
                <a:lnTo>
                  <a:pt x="3285" y="2585"/>
                </a:lnTo>
                <a:lnTo>
                  <a:pt x="3268" y="2577"/>
                </a:lnTo>
                <a:lnTo>
                  <a:pt x="3256" y="2564"/>
                </a:lnTo>
                <a:lnTo>
                  <a:pt x="3249" y="2548"/>
                </a:lnTo>
                <a:lnTo>
                  <a:pt x="3245" y="2529"/>
                </a:lnTo>
                <a:lnTo>
                  <a:pt x="3244" y="2529"/>
                </a:lnTo>
                <a:lnTo>
                  <a:pt x="3244" y="2214"/>
                </a:lnTo>
                <a:lnTo>
                  <a:pt x="3208" y="2214"/>
                </a:lnTo>
                <a:lnTo>
                  <a:pt x="3208" y="2517"/>
                </a:lnTo>
                <a:lnTo>
                  <a:pt x="2860" y="2517"/>
                </a:lnTo>
                <a:lnTo>
                  <a:pt x="2860" y="2216"/>
                </a:lnTo>
                <a:lnTo>
                  <a:pt x="2824" y="2216"/>
                </a:lnTo>
                <a:lnTo>
                  <a:pt x="2824" y="2531"/>
                </a:lnTo>
                <a:lnTo>
                  <a:pt x="2821" y="2550"/>
                </a:lnTo>
                <a:lnTo>
                  <a:pt x="2813" y="2566"/>
                </a:lnTo>
                <a:lnTo>
                  <a:pt x="2800" y="2579"/>
                </a:lnTo>
                <a:lnTo>
                  <a:pt x="2784" y="2587"/>
                </a:lnTo>
                <a:lnTo>
                  <a:pt x="2765" y="2590"/>
                </a:lnTo>
                <a:lnTo>
                  <a:pt x="2748" y="2587"/>
                </a:lnTo>
                <a:lnTo>
                  <a:pt x="2732" y="2579"/>
                </a:lnTo>
                <a:lnTo>
                  <a:pt x="2719" y="2566"/>
                </a:lnTo>
                <a:lnTo>
                  <a:pt x="2711" y="2550"/>
                </a:lnTo>
                <a:lnTo>
                  <a:pt x="2708" y="2531"/>
                </a:lnTo>
                <a:lnTo>
                  <a:pt x="2708" y="2190"/>
                </a:lnTo>
                <a:lnTo>
                  <a:pt x="2708" y="2189"/>
                </a:lnTo>
                <a:lnTo>
                  <a:pt x="2708" y="2184"/>
                </a:lnTo>
                <a:lnTo>
                  <a:pt x="2709" y="2177"/>
                </a:lnTo>
                <a:lnTo>
                  <a:pt x="2710" y="2167"/>
                </a:lnTo>
                <a:lnTo>
                  <a:pt x="2712" y="2156"/>
                </a:lnTo>
                <a:lnTo>
                  <a:pt x="2717" y="2144"/>
                </a:lnTo>
                <a:lnTo>
                  <a:pt x="2722" y="2131"/>
                </a:lnTo>
                <a:lnTo>
                  <a:pt x="2730" y="2117"/>
                </a:lnTo>
                <a:lnTo>
                  <a:pt x="2739" y="2103"/>
                </a:lnTo>
                <a:lnTo>
                  <a:pt x="2751" y="2090"/>
                </a:lnTo>
                <a:lnTo>
                  <a:pt x="2767" y="2078"/>
                </a:lnTo>
                <a:lnTo>
                  <a:pt x="2785" y="2066"/>
                </a:lnTo>
                <a:lnTo>
                  <a:pt x="2808" y="2056"/>
                </a:lnTo>
                <a:lnTo>
                  <a:pt x="2834" y="2049"/>
                </a:lnTo>
                <a:lnTo>
                  <a:pt x="2864" y="2043"/>
                </a:lnTo>
                <a:lnTo>
                  <a:pt x="2899" y="2041"/>
                </a:lnTo>
                <a:close/>
                <a:moveTo>
                  <a:pt x="1629" y="2041"/>
                </a:moveTo>
                <a:lnTo>
                  <a:pt x="1903" y="2041"/>
                </a:lnTo>
                <a:lnTo>
                  <a:pt x="1905" y="2041"/>
                </a:lnTo>
                <a:lnTo>
                  <a:pt x="1912" y="2041"/>
                </a:lnTo>
                <a:lnTo>
                  <a:pt x="1921" y="2042"/>
                </a:lnTo>
                <a:lnTo>
                  <a:pt x="1934" y="2044"/>
                </a:lnTo>
                <a:lnTo>
                  <a:pt x="1949" y="2046"/>
                </a:lnTo>
                <a:lnTo>
                  <a:pt x="1966" y="2051"/>
                </a:lnTo>
                <a:lnTo>
                  <a:pt x="1983" y="2056"/>
                </a:lnTo>
                <a:lnTo>
                  <a:pt x="2001" y="2063"/>
                </a:lnTo>
                <a:lnTo>
                  <a:pt x="2019" y="2072"/>
                </a:lnTo>
                <a:lnTo>
                  <a:pt x="2036" y="2084"/>
                </a:lnTo>
                <a:lnTo>
                  <a:pt x="2052" y="2100"/>
                </a:lnTo>
                <a:lnTo>
                  <a:pt x="2066" y="2117"/>
                </a:lnTo>
                <a:lnTo>
                  <a:pt x="2077" y="2138"/>
                </a:lnTo>
                <a:lnTo>
                  <a:pt x="2086" y="2162"/>
                </a:lnTo>
                <a:lnTo>
                  <a:pt x="2090" y="2190"/>
                </a:lnTo>
                <a:lnTo>
                  <a:pt x="2090" y="2529"/>
                </a:lnTo>
                <a:lnTo>
                  <a:pt x="2088" y="2548"/>
                </a:lnTo>
                <a:lnTo>
                  <a:pt x="2079" y="2564"/>
                </a:lnTo>
                <a:lnTo>
                  <a:pt x="2066" y="2577"/>
                </a:lnTo>
                <a:lnTo>
                  <a:pt x="2051" y="2585"/>
                </a:lnTo>
                <a:lnTo>
                  <a:pt x="2033" y="2588"/>
                </a:lnTo>
                <a:lnTo>
                  <a:pt x="2014" y="2585"/>
                </a:lnTo>
                <a:lnTo>
                  <a:pt x="1998" y="2577"/>
                </a:lnTo>
                <a:lnTo>
                  <a:pt x="1986" y="2564"/>
                </a:lnTo>
                <a:lnTo>
                  <a:pt x="1978" y="2548"/>
                </a:lnTo>
                <a:lnTo>
                  <a:pt x="1975" y="2529"/>
                </a:lnTo>
                <a:lnTo>
                  <a:pt x="1975" y="2214"/>
                </a:lnTo>
                <a:lnTo>
                  <a:pt x="1938" y="2214"/>
                </a:lnTo>
                <a:lnTo>
                  <a:pt x="1938" y="2517"/>
                </a:lnTo>
                <a:lnTo>
                  <a:pt x="1590" y="2517"/>
                </a:lnTo>
                <a:lnTo>
                  <a:pt x="1590" y="2216"/>
                </a:lnTo>
                <a:lnTo>
                  <a:pt x="1554" y="2216"/>
                </a:lnTo>
                <a:lnTo>
                  <a:pt x="1554" y="2531"/>
                </a:lnTo>
                <a:lnTo>
                  <a:pt x="1551" y="2550"/>
                </a:lnTo>
                <a:lnTo>
                  <a:pt x="1543" y="2566"/>
                </a:lnTo>
                <a:lnTo>
                  <a:pt x="1530" y="2579"/>
                </a:lnTo>
                <a:lnTo>
                  <a:pt x="1514" y="2587"/>
                </a:lnTo>
                <a:lnTo>
                  <a:pt x="1495" y="2590"/>
                </a:lnTo>
                <a:lnTo>
                  <a:pt x="1477" y="2587"/>
                </a:lnTo>
                <a:lnTo>
                  <a:pt x="1462" y="2579"/>
                </a:lnTo>
                <a:lnTo>
                  <a:pt x="1449" y="2566"/>
                </a:lnTo>
                <a:lnTo>
                  <a:pt x="1440" y="2550"/>
                </a:lnTo>
                <a:lnTo>
                  <a:pt x="1438" y="2531"/>
                </a:lnTo>
                <a:lnTo>
                  <a:pt x="1438" y="2530"/>
                </a:lnTo>
                <a:lnTo>
                  <a:pt x="1438" y="2529"/>
                </a:lnTo>
                <a:lnTo>
                  <a:pt x="1438" y="2529"/>
                </a:lnTo>
                <a:lnTo>
                  <a:pt x="1438" y="2190"/>
                </a:lnTo>
                <a:lnTo>
                  <a:pt x="1438" y="2189"/>
                </a:lnTo>
                <a:lnTo>
                  <a:pt x="1438" y="2184"/>
                </a:lnTo>
                <a:lnTo>
                  <a:pt x="1438" y="2177"/>
                </a:lnTo>
                <a:lnTo>
                  <a:pt x="1440" y="2167"/>
                </a:lnTo>
                <a:lnTo>
                  <a:pt x="1442" y="2156"/>
                </a:lnTo>
                <a:lnTo>
                  <a:pt x="1446" y="2144"/>
                </a:lnTo>
                <a:lnTo>
                  <a:pt x="1451" y="2131"/>
                </a:lnTo>
                <a:lnTo>
                  <a:pt x="1459" y="2117"/>
                </a:lnTo>
                <a:lnTo>
                  <a:pt x="1468" y="2103"/>
                </a:lnTo>
                <a:lnTo>
                  <a:pt x="1481" y="2090"/>
                </a:lnTo>
                <a:lnTo>
                  <a:pt x="1497" y="2078"/>
                </a:lnTo>
                <a:lnTo>
                  <a:pt x="1515" y="2066"/>
                </a:lnTo>
                <a:lnTo>
                  <a:pt x="1538" y="2056"/>
                </a:lnTo>
                <a:lnTo>
                  <a:pt x="1564" y="2049"/>
                </a:lnTo>
                <a:lnTo>
                  <a:pt x="1594" y="2043"/>
                </a:lnTo>
                <a:lnTo>
                  <a:pt x="1629" y="2041"/>
                </a:lnTo>
                <a:close/>
                <a:moveTo>
                  <a:pt x="334" y="2041"/>
                </a:moveTo>
                <a:lnTo>
                  <a:pt x="609" y="2041"/>
                </a:lnTo>
                <a:lnTo>
                  <a:pt x="611" y="2041"/>
                </a:lnTo>
                <a:lnTo>
                  <a:pt x="618" y="2041"/>
                </a:lnTo>
                <a:lnTo>
                  <a:pt x="627" y="2042"/>
                </a:lnTo>
                <a:lnTo>
                  <a:pt x="640" y="2044"/>
                </a:lnTo>
                <a:lnTo>
                  <a:pt x="655" y="2046"/>
                </a:lnTo>
                <a:lnTo>
                  <a:pt x="671" y="2051"/>
                </a:lnTo>
                <a:lnTo>
                  <a:pt x="689" y="2056"/>
                </a:lnTo>
                <a:lnTo>
                  <a:pt x="707" y="2063"/>
                </a:lnTo>
                <a:lnTo>
                  <a:pt x="725" y="2072"/>
                </a:lnTo>
                <a:lnTo>
                  <a:pt x="742" y="2084"/>
                </a:lnTo>
                <a:lnTo>
                  <a:pt x="757" y="2100"/>
                </a:lnTo>
                <a:lnTo>
                  <a:pt x="772" y="2117"/>
                </a:lnTo>
                <a:lnTo>
                  <a:pt x="783" y="2138"/>
                </a:lnTo>
                <a:lnTo>
                  <a:pt x="791" y="2162"/>
                </a:lnTo>
                <a:lnTo>
                  <a:pt x="796" y="2190"/>
                </a:lnTo>
                <a:lnTo>
                  <a:pt x="796" y="2529"/>
                </a:lnTo>
                <a:lnTo>
                  <a:pt x="793" y="2548"/>
                </a:lnTo>
                <a:lnTo>
                  <a:pt x="785" y="2564"/>
                </a:lnTo>
                <a:lnTo>
                  <a:pt x="773" y="2577"/>
                </a:lnTo>
                <a:lnTo>
                  <a:pt x="756" y="2585"/>
                </a:lnTo>
                <a:lnTo>
                  <a:pt x="738" y="2588"/>
                </a:lnTo>
                <a:lnTo>
                  <a:pt x="720" y="2585"/>
                </a:lnTo>
                <a:lnTo>
                  <a:pt x="704" y="2577"/>
                </a:lnTo>
                <a:lnTo>
                  <a:pt x="691" y="2564"/>
                </a:lnTo>
                <a:lnTo>
                  <a:pt x="684" y="2548"/>
                </a:lnTo>
                <a:lnTo>
                  <a:pt x="681" y="2529"/>
                </a:lnTo>
                <a:lnTo>
                  <a:pt x="681" y="2214"/>
                </a:lnTo>
                <a:lnTo>
                  <a:pt x="643" y="2214"/>
                </a:lnTo>
                <a:lnTo>
                  <a:pt x="643" y="2517"/>
                </a:lnTo>
                <a:lnTo>
                  <a:pt x="296" y="2517"/>
                </a:lnTo>
                <a:lnTo>
                  <a:pt x="296" y="2216"/>
                </a:lnTo>
                <a:lnTo>
                  <a:pt x="259" y="2216"/>
                </a:lnTo>
                <a:lnTo>
                  <a:pt x="259" y="2529"/>
                </a:lnTo>
                <a:lnTo>
                  <a:pt x="259" y="2530"/>
                </a:lnTo>
                <a:lnTo>
                  <a:pt x="259" y="2531"/>
                </a:lnTo>
                <a:lnTo>
                  <a:pt x="256" y="2550"/>
                </a:lnTo>
                <a:lnTo>
                  <a:pt x="248" y="2566"/>
                </a:lnTo>
                <a:lnTo>
                  <a:pt x="235" y="2579"/>
                </a:lnTo>
                <a:lnTo>
                  <a:pt x="220" y="2587"/>
                </a:lnTo>
                <a:lnTo>
                  <a:pt x="202" y="2590"/>
                </a:lnTo>
                <a:lnTo>
                  <a:pt x="183" y="2587"/>
                </a:lnTo>
                <a:lnTo>
                  <a:pt x="167" y="2579"/>
                </a:lnTo>
                <a:lnTo>
                  <a:pt x="155" y="2566"/>
                </a:lnTo>
                <a:lnTo>
                  <a:pt x="146" y="2550"/>
                </a:lnTo>
                <a:lnTo>
                  <a:pt x="143" y="2531"/>
                </a:lnTo>
                <a:lnTo>
                  <a:pt x="143" y="2530"/>
                </a:lnTo>
                <a:lnTo>
                  <a:pt x="144" y="2529"/>
                </a:lnTo>
                <a:lnTo>
                  <a:pt x="143" y="2529"/>
                </a:lnTo>
                <a:lnTo>
                  <a:pt x="143" y="2190"/>
                </a:lnTo>
                <a:lnTo>
                  <a:pt x="143" y="2189"/>
                </a:lnTo>
                <a:lnTo>
                  <a:pt x="143" y="2184"/>
                </a:lnTo>
                <a:lnTo>
                  <a:pt x="144" y="2177"/>
                </a:lnTo>
                <a:lnTo>
                  <a:pt x="145" y="2167"/>
                </a:lnTo>
                <a:lnTo>
                  <a:pt x="147" y="2156"/>
                </a:lnTo>
                <a:lnTo>
                  <a:pt x="152" y="2144"/>
                </a:lnTo>
                <a:lnTo>
                  <a:pt x="157" y="2131"/>
                </a:lnTo>
                <a:lnTo>
                  <a:pt x="165" y="2117"/>
                </a:lnTo>
                <a:lnTo>
                  <a:pt x="174" y="2103"/>
                </a:lnTo>
                <a:lnTo>
                  <a:pt x="186" y="2090"/>
                </a:lnTo>
                <a:lnTo>
                  <a:pt x="202" y="2078"/>
                </a:lnTo>
                <a:lnTo>
                  <a:pt x="221" y="2066"/>
                </a:lnTo>
                <a:lnTo>
                  <a:pt x="243" y="2056"/>
                </a:lnTo>
                <a:lnTo>
                  <a:pt x="269" y="2049"/>
                </a:lnTo>
                <a:lnTo>
                  <a:pt x="299" y="2043"/>
                </a:lnTo>
                <a:lnTo>
                  <a:pt x="334" y="2041"/>
                </a:lnTo>
                <a:close/>
                <a:moveTo>
                  <a:pt x="3043" y="1721"/>
                </a:moveTo>
                <a:lnTo>
                  <a:pt x="3070" y="1725"/>
                </a:lnTo>
                <a:lnTo>
                  <a:pt x="3096" y="1732"/>
                </a:lnTo>
                <a:lnTo>
                  <a:pt x="3120" y="1745"/>
                </a:lnTo>
                <a:lnTo>
                  <a:pt x="3139" y="1761"/>
                </a:lnTo>
                <a:lnTo>
                  <a:pt x="3157" y="1782"/>
                </a:lnTo>
                <a:lnTo>
                  <a:pt x="3169" y="1806"/>
                </a:lnTo>
                <a:lnTo>
                  <a:pt x="3177" y="1831"/>
                </a:lnTo>
                <a:lnTo>
                  <a:pt x="3179" y="1859"/>
                </a:lnTo>
                <a:lnTo>
                  <a:pt x="3177" y="1887"/>
                </a:lnTo>
                <a:lnTo>
                  <a:pt x="3169" y="1913"/>
                </a:lnTo>
                <a:lnTo>
                  <a:pt x="3157" y="1937"/>
                </a:lnTo>
                <a:lnTo>
                  <a:pt x="3139" y="1956"/>
                </a:lnTo>
                <a:lnTo>
                  <a:pt x="3120" y="1973"/>
                </a:lnTo>
                <a:lnTo>
                  <a:pt x="3096" y="1987"/>
                </a:lnTo>
                <a:lnTo>
                  <a:pt x="3070" y="1994"/>
                </a:lnTo>
                <a:lnTo>
                  <a:pt x="3043" y="1997"/>
                </a:lnTo>
                <a:lnTo>
                  <a:pt x="3015" y="1994"/>
                </a:lnTo>
                <a:lnTo>
                  <a:pt x="2989" y="1987"/>
                </a:lnTo>
                <a:lnTo>
                  <a:pt x="2966" y="1973"/>
                </a:lnTo>
                <a:lnTo>
                  <a:pt x="2945" y="1956"/>
                </a:lnTo>
                <a:lnTo>
                  <a:pt x="2928" y="1937"/>
                </a:lnTo>
                <a:lnTo>
                  <a:pt x="2916" y="1913"/>
                </a:lnTo>
                <a:lnTo>
                  <a:pt x="2907" y="1887"/>
                </a:lnTo>
                <a:lnTo>
                  <a:pt x="2905" y="1859"/>
                </a:lnTo>
                <a:lnTo>
                  <a:pt x="2907" y="1831"/>
                </a:lnTo>
                <a:lnTo>
                  <a:pt x="2916" y="1806"/>
                </a:lnTo>
                <a:lnTo>
                  <a:pt x="2928" y="1782"/>
                </a:lnTo>
                <a:lnTo>
                  <a:pt x="2945" y="1761"/>
                </a:lnTo>
                <a:lnTo>
                  <a:pt x="2966" y="1745"/>
                </a:lnTo>
                <a:lnTo>
                  <a:pt x="2989" y="1732"/>
                </a:lnTo>
                <a:lnTo>
                  <a:pt x="3015" y="1725"/>
                </a:lnTo>
                <a:lnTo>
                  <a:pt x="3043" y="1721"/>
                </a:lnTo>
                <a:close/>
                <a:moveTo>
                  <a:pt x="1773" y="1721"/>
                </a:moveTo>
                <a:lnTo>
                  <a:pt x="1800" y="1725"/>
                </a:lnTo>
                <a:lnTo>
                  <a:pt x="1826" y="1732"/>
                </a:lnTo>
                <a:lnTo>
                  <a:pt x="1850" y="1745"/>
                </a:lnTo>
                <a:lnTo>
                  <a:pt x="1869" y="1761"/>
                </a:lnTo>
                <a:lnTo>
                  <a:pt x="1887" y="1782"/>
                </a:lnTo>
                <a:lnTo>
                  <a:pt x="1900" y="1806"/>
                </a:lnTo>
                <a:lnTo>
                  <a:pt x="1907" y="1831"/>
                </a:lnTo>
                <a:lnTo>
                  <a:pt x="1909" y="1859"/>
                </a:lnTo>
                <a:lnTo>
                  <a:pt x="1907" y="1887"/>
                </a:lnTo>
                <a:lnTo>
                  <a:pt x="1900" y="1913"/>
                </a:lnTo>
                <a:lnTo>
                  <a:pt x="1887" y="1937"/>
                </a:lnTo>
                <a:lnTo>
                  <a:pt x="1869" y="1956"/>
                </a:lnTo>
                <a:lnTo>
                  <a:pt x="1850" y="1973"/>
                </a:lnTo>
                <a:lnTo>
                  <a:pt x="1826" y="1987"/>
                </a:lnTo>
                <a:lnTo>
                  <a:pt x="1800" y="1994"/>
                </a:lnTo>
                <a:lnTo>
                  <a:pt x="1773" y="1997"/>
                </a:lnTo>
                <a:lnTo>
                  <a:pt x="1745" y="1994"/>
                </a:lnTo>
                <a:lnTo>
                  <a:pt x="1719" y="1987"/>
                </a:lnTo>
                <a:lnTo>
                  <a:pt x="1696" y="1973"/>
                </a:lnTo>
                <a:lnTo>
                  <a:pt x="1675" y="1956"/>
                </a:lnTo>
                <a:lnTo>
                  <a:pt x="1658" y="1937"/>
                </a:lnTo>
                <a:lnTo>
                  <a:pt x="1646" y="1913"/>
                </a:lnTo>
                <a:lnTo>
                  <a:pt x="1637" y="1887"/>
                </a:lnTo>
                <a:lnTo>
                  <a:pt x="1635" y="1859"/>
                </a:lnTo>
                <a:lnTo>
                  <a:pt x="1637" y="1831"/>
                </a:lnTo>
                <a:lnTo>
                  <a:pt x="1646" y="1806"/>
                </a:lnTo>
                <a:lnTo>
                  <a:pt x="1658" y="1782"/>
                </a:lnTo>
                <a:lnTo>
                  <a:pt x="1675" y="1761"/>
                </a:lnTo>
                <a:lnTo>
                  <a:pt x="1696" y="1745"/>
                </a:lnTo>
                <a:lnTo>
                  <a:pt x="1719" y="1732"/>
                </a:lnTo>
                <a:lnTo>
                  <a:pt x="1745" y="1725"/>
                </a:lnTo>
                <a:lnTo>
                  <a:pt x="1773" y="1721"/>
                </a:lnTo>
                <a:close/>
                <a:moveTo>
                  <a:pt x="478" y="1721"/>
                </a:moveTo>
                <a:lnTo>
                  <a:pt x="505" y="1725"/>
                </a:lnTo>
                <a:lnTo>
                  <a:pt x="531" y="1732"/>
                </a:lnTo>
                <a:lnTo>
                  <a:pt x="555" y="1745"/>
                </a:lnTo>
                <a:lnTo>
                  <a:pt x="575" y="1761"/>
                </a:lnTo>
                <a:lnTo>
                  <a:pt x="592" y="1782"/>
                </a:lnTo>
                <a:lnTo>
                  <a:pt x="605" y="1806"/>
                </a:lnTo>
                <a:lnTo>
                  <a:pt x="612" y="1831"/>
                </a:lnTo>
                <a:lnTo>
                  <a:pt x="616" y="1859"/>
                </a:lnTo>
                <a:lnTo>
                  <a:pt x="612" y="1887"/>
                </a:lnTo>
                <a:lnTo>
                  <a:pt x="605" y="1913"/>
                </a:lnTo>
                <a:lnTo>
                  <a:pt x="592" y="1937"/>
                </a:lnTo>
                <a:lnTo>
                  <a:pt x="575" y="1956"/>
                </a:lnTo>
                <a:lnTo>
                  <a:pt x="555" y="1973"/>
                </a:lnTo>
                <a:lnTo>
                  <a:pt x="531" y="1987"/>
                </a:lnTo>
                <a:lnTo>
                  <a:pt x="505" y="1994"/>
                </a:lnTo>
                <a:lnTo>
                  <a:pt x="478" y="1997"/>
                </a:lnTo>
                <a:lnTo>
                  <a:pt x="450" y="1994"/>
                </a:lnTo>
                <a:lnTo>
                  <a:pt x="425" y="1987"/>
                </a:lnTo>
                <a:lnTo>
                  <a:pt x="401" y="1973"/>
                </a:lnTo>
                <a:lnTo>
                  <a:pt x="381" y="1956"/>
                </a:lnTo>
                <a:lnTo>
                  <a:pt x="364" y="1937"/>
                </a:lnTo>
                <a:lnTo>
                  <a:pt x="351" y="1913"/>
                </a:lnTo>
                <a:lnTo>
                  <a:pt x="344" y="1887"/>
                </a:lnTo>
                <a:lnTo>
                  <a:pt x="341" y="1859"/>
                </a:lnTo>
                <a:lnTo>
                  <a:pt x="344" y="1831"/>
                </a:lnTo>
                <a:lnTo>
                  <a:pt x="351" y="1806"/>
                </a:lnTo>
                <a:lnTo>
                  <a:pt x="364" y="1782"/>
                </a:lnTo>
                <a:lnTo>
                  <a:pt x="381" y="1761"/>
                </a:lnTo>
                <a:lnTo>
                  <a:pt x="401" y="1745"/>
                </a:lnTo>
                <a:lnTo>
                  <a:pt x="425" y="1732"/>
                </a:lnTo>
                <a:lnTo>
                  <a:pt x="450" y="1725"/>
                </a:lnTo>
                <a:lnTo>
                  <a:pt x="478" y="1721"/>
                </a:lnTo>
                <a:close/>
                <a:moveTo>
                  <a:pt x="1749" y="1065"/>
                </a:moveTo>
                <a:lnTo>
                  <a:pt x="1824" y="1065"/>
                </a:lnTo>
                <a:lnTo>
                  <a:pt x="1824" y="1159"/>
                </a:lnTo>
                <a:lnTo>
                  <a:pt x="3112" y="1159"/>
                </a:lnTo>
                <a:lnTo>
                  <a:pt x="3112" y="1632"/>
                </a:lnTo>
                <a:lnTo>
                  <a:pt x="3037" y="1632"/>
                </a:lnTo>
                <a:lnTo>
                  <a:pt x="3037" y="1233"/>
                </a:lnTo>
                <a:lnTo>
                  <a:pt x="1824" y="1233"/>
                </a:lnTo>
                <a:lnTo>
                  <a:pt x="1824" y="1610"/>
                </a:lnTo>
                <a:lnTo>
                  <a:pt x="1749" y="1610"/>
                </a:lnTo>
                <a:lnTo>
                  <a:pt x="1749" y="1233"/>
                </a:lnTo>
                <a:lnTo>
                  <a:pt x="491" y="1233"/>
                </a:lnTo>
                <a:lnTo>
                  <a:pt x="491" y="1647"/>
                </a:lnTo>
                <a:lnTo>
                  <a:pt x="417" y="1647"/>
                </a:lnTo>
                <a:lnTo>
                  <a:pt x="417" y="1159"/>
                </a:lnTo>
                <a:lnTo>
                  <a:pt x="1749" y="1159"/>
                </a:lnTo>
                <a:lnTo>
                  <a:pt x="1749" y="1065"/>
                </a:lnTo>
                <a:close/>
                <a:moveTo>
                  <a:pt x="1628" y="375"/>
                </a:moveTo>
                <a:lnTo>
                  <a:pt x="1949" y="375"/>
                </a:lnTo>
                <a:lnTo>
                  <a:pt x="1952" y="375"/>
                </a:lnTo>
                <a:lnTo>
                  <a:pt x="1958" y="375"/>
                </a:lnTo>
                <a:lnTo>
                  <a:pt x="1969" y="376"/>
                </a:lnTo>
                <a:lnTo>
                  <a:pt x="1982" y="377"/>
                </a:lnTo>
                <a:lnTo>
                  <a:pt x="1997" y="380"/>
                </a:lnTo>
                <a:lnTo>
                  <a:pt x="2014" y="384"/>
                </a:lnTo>
                <a:lnTo>
                  <a:pt x="2034" y="389"/>
                </a:lnTo>
                <a:lnTo>
                  <a:pt x="2053" y="396"/>
                </a:lnTo>
                <a:lnTo>
                  <a:pt x="2073" y="406"/>
                </a:lnTo>
                <a:lnTo>
                  <a:pt x="2093" y="417"/>
                </a:lnTo>
                <a:lnTo>
                  <a:pt x="2111" y="431"/>
                </a:lnTo>
                <a:lnTo>
                  <a:pt x="2128" y="448"/>
                </a:lnTo>
                <a:lnTo>
                  <a:pt x="2143" y="468"/>
                </a:lnTo>
                <a:lnTo>
                  <a:pt x="2155" y="492"/>
                </a:lnTo>
                <a:lnTo>
                  <a:pt x="2164" y="519"/>
                </a:lnTo>
                <a:lnTo>
                  <a:pt x="2168" y="550"/>
                </a:lnTo>
                <a:lnTo>
                  <a:pt x="2168" y="947"/>
                </a:lnTo>
                <a:lnTo>
                  <a:pt x="2166" y="966"/>
                </a:lnTo>
                <a:lnTo>
                  <a:pt x="2160" y="982"/>
                </a:lnTo>
                <a:lnTo>
                  <a:pt x="2149" y="995"/>
                </a:lnTo>
                <a:lnTo>
                  <a:pt x="2135" y="1006"/>
                </a:lnTo>
                <a:lnTo>
                  <a:pt x="2119" y="1012"/>
                </a:lnTo>
                <a:lnTo>
                  <a:pt x="2101" y="1016"/>
                </a:lnTo>
                <a:lnTo>
                  <a:pt x="2083" y="1012"/>
                </a:lnTo>
                <a:lnTo>
                  <a:pt x="2066" y="1006"/>
                </a:lnTo>
                <a:lnTo>
                  <a:pt x="2053" y="995"/>
                </a:lnTo>
                <a:lnTo>
                  <a:pt x="2043" y="982"/>
                </a:lnTo>
                <a:lnTo>
                  <a:pt x="2036" y="966"/>
                </a:lnTo>
                <a:lnTo>
                  <a:pt x="2033" y="947"/>
                </a:lnTo>
                <a:lnTo>
                  <a:pt x="2033" y="946"/>
                </a:lnTo>
                <a:lnTo>
                  <a:pt x="2033" y="946"/>
                </a:lnTo>
                <a:lnTo>
                  <a:pt x="2033" y="577"/>
                </a:lnTo>
                <a:lnTo>
                  <a:pt x="1988" y="577"/>
                </a:lnTo>
                <a:lnTo>
                  <a:pt x="1988" y="932"/>
                </a:lnTo>
                <a:lnTo>
                  <a:pt x="1582" y="932"/>
                </a:lnTo>
                <a:lnTo>
                  <a:pt x="1582" y="580"/>
                </a:lnTo>
                <a:lnTo>
                  <a:pt x="1540" y="580"/>
                </a:lnTo>
                <a:lnTo>
                  <a:pt x="1540" y="946"/>
                </a:lnTo>
                <a:lnTo>
                  <a:pt x="1540" y="946"/>
                </a:lnTo>
                <a:lnTo>
                  <a:pt x="1540" y="948"/>
                </a:lnTo>
                <a:lnTo>
                  <a:pt x="1540" y="949"/>
                </a:lnTo>
                <a:lnTo>
                  <a:pt x="1538" y="967"/>
                </a:lnTo>
                <a:lnTo>
                  <a:pt x="1531" y="983"/>
                </a:lnTo>
                <a:lnTo>
                  <a:pt x="1520" y="997"/>
                </a:lnTo>
                <a:lnTo>
                  <a:pt x="1506" y="1008"/>
                </a:lnTo>
                <a:lnTo>
                  <a:pt x="1490" y="1015"/>
                </a:lnTo>
                <a:lnTo>
                  <a:pt x="1473" y="1018"/>
                </a:lnTo>
                <a:lnTo>
                  <a:pt x="1454" y="1015"/>
                </a:lnTo>
                <a:lnTo>
                  <a:pt x="1438" y="1008"/>
                </a:lnTo>
                <a:lnTo>
                  <a:pt x="1424" y="997"/>
                </a:lnTo>
                <a:lnTo>
                  <a:pt x="1413" y="983"/>
                </a:lnTo>
                <a:lnTo>
                  <a:pt x="1407" y="967"/>
                </a:lnTo>
                <a:lnTo>
                  <a:pt x="1404" y="949"/>
                </a:lnTo>
                <a:lnTo>
                  <a:pt x="1404" y="550"/>
                </a:lnTo>
                <a:lnTo>
                  <a:pt x="1404" y="548"/>
                </a:lnTo>
                <a:lnTo>
                  <a:pt x="1404" y="544"/>
                </a:lnTo>
                <a:lnTo>
                  <a:pt x="1404" y="536"/>
                </a:lnTo>
                <a:lnTo>
                  <a:pt x="1405" y="526"/>
                </a:lnTo>
                <a:lnTo>
                  <a:pt x="1409" y="514"/>
                </a:lnTo>
                <a:lnTo>
                  <a:pt x="1412" y="501"/>
                </a:lnTo>
                <a:lnTo>
                  <a:pt x="1417" y="487"/>
                </a:lnTo>
                <a:lnTo>
                  <a:pt x="1425" y="472"/>
                </a:lnTo>
                <a:lnTo>
                  <a:pt x="1434" y="457"/>
                </a:lnTo>
                <a:lnTo>
                  <a:pt x="1447" y="442"/>
                </a:lnTo>
                <a:lnTo>
                  <a:pt x="1461" y="427"/>
                </a:lnTo>
                <a:lnTo>
                  <a:pt x="1479" y="413"/>
                </a:lnTo>
                <a:lnTo>
                  <a:pt x="1501" y="401"/>
                </a:lnTo>
                <a:lnTo>
                  <a:pt x="1526" y="392"/>
                </a:lnTo>
                <a:lnTo>
                  <a:pt x="1555" y="383"/>
                </a:lnTo>
                <a:lnTo>
                  <a:pt x="1589" y="377"/>
                </a:lnTo>
                <a:lnTo>
                  <a:pt x="1628" y="375"/>
                </a:lnTo>
                <a:close/>
                <a:moveTo>
                  <a:pt x="1796" y="0"/>
                </a:moveTo>
                <a:lnTo>
                  <a:pt x="1828" y="3"/>
                </a:lnTo>
                <a:lnTo>
                  <a:pt x="1858" y="13"/>
                </a:lnTo>
                <a:lnTo>
                  <a:pt x="1886" y="28"/>
                </a:lnTo>
                <a:lnTo>
                  <a:pt x="1909" y="48"/>
                </a:lnTo>
                <a:lnTo>
                  <a:pt x="1929" y="72"/>
                </a:lnTo>
                <a:lnTo>
                  <a:pt x="1944" y="99"/>
                </a:lnTo>
                <a:lnTo>
                  <a:pt x="1954" y="129"/>
                </a:lnTo>
                <a:lnTo>
                  <a:pt x="1957" y="162"/>
                </a:lnTo>
                <a:lnTo>
                  <a:pt x="1954" y="195"/>
                </a:lnTo>
                <a:lnTo>
                  <a:pt x="1944" y="225"/>
                </a:lnTo>
                <a:lnTo>
                  <a:pt x="1929" y="252"/>
                </a:lnTo>
                <a:lnTo>
                  <a:pt x="1909" y="276"/>
                </a:lnTo>
                <a:lnTo>
                  <a:pt x="1886" y="296"/>
                </a:lnTo>
                <a:lnTo>
                  <a:pt x="1858" y="311"/>
                </a:lnTo>
                <a:lnTo>
                  <a:pt x="1828" y="320"/>
                </a:lnTo>
                <a:lnTo>
                  <a:pt x="1796" y="323"/>
                </a:lnTo>
                <a:lnTo>
                  <a:pt x="1763" y="320"/>
                </a:lnTo>
                <a:lnTo>
                  <a:pt x="1733" y="311"/>
                </a:lnTo>
                <a:lnTo>
                  <a:pt x="1706" y="296"/>
                </a:lnTo>
                <a:lnTo>
                  <a:pt x="1682" y="276"/>
                </a:lnTo>
                <a:lnTo>
                  <a:pt x="1662" y="252"/>
                </a:lnTo>
                <a:lnTo>
                  <a:pt x="1647" y="225"/>
                </a:lnTo>
                <a:lnTo>
                  <a:pt x="1638" y="195"/>
                </a:lnTo>
                <a:lnTo>
                  <a:pt x="1635" y="162"/>
                </a:lnTo>
                <a:lnTo>
                  <a:pt x="1638" y="129"/>
                </a:lnTo>
                <a:lnTo>
                  <a:pt x="1647" y="99"/>
                </a:lnTo>
                <a:lnTo>
                  <a:pt x="1662" y="72"/>
                </a:lnTo>
                <a:lnTo>
                  <a:pt x="1682" y="48"/>
                </a:lnTo>
                <a:lnTo>
                  <a:pt x="1706" y="28"/>
                </a:lnTo>
                <a:lnTo>
                  <a:pt x="1733" y="13"/>
                </a:lnTo>
                <a:lnTo>
                  <a:pt x="1763" y="3"/>
                </a:lnTo>
                <a:lnTo>
                  <a:pt x="1796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grpSp>
        <p:nvGrpSpPr>
          <p:cNvPr id="9" name="Group 479">
            <a:extLst>
              <a:ext uri="{FF2B5EF4-FFF2-40B4-BE49-F238E27FC236}">
                <a16:creationId xmlns:a16="http://schemas.microsoft.com/office/drawing/2014/main" id="{B73029B7-10A7-FD27-DD7E-437E1A025620}"/>
              </a:ext>
            </a:extLst>
          </p:cNvPr>
          <p:cNvGrpSpPr/>
          <p:nvPr/>
        </p:nvGrpSpPr>
        <p:grpSpPr>
          <a:xfrm>
            <a:off x="3975266" y="5200684"/>
            <a:ext cx="662846" cy="700252"/>
            <a:chOff x="10975975" y="1949450"/>
            <a:chExt cx="442913" cy="487363"/>
          </a:xfrm>
          <a:solidFill>
            <a:srgbClr val="000000"/>
          </a:solidFill>
        </p:grpSpPr>
        <p:sp>
          <p:nvSpPr>
            <p:cNvPr id="17" name="Freeform 70">
              <a:extLst>
                <a:ext uri="{FF2B5EF4-FFF2-40B4-BE49-F238E27FC236}">
                  <a16:creationId xmlns:a16="http://schemas.microsoft.com/office/drawing/2014/main" id="{5D84ACAC-9723-F820-B907-2E7CC2BCE7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96625" y="1990725"/>
              <a:ext cx="174625" cy="196850"/>
            </a:xfrm>
            <a:custGeom>
              <a:avLst/>
              <a:gdLst>
                <a:gd name="T0" fmla="*/ 475 w 1218"/>
                <a:gd name="T1" fmla="*/ 1199 h 1359"/>
                <a:gd name="T2" fmla="*/ 635 w 1218"/>
                <a:gd name="T3" fmla="*/ 1279 h 1359"/>
                <a:gd name="T4" fmla="*/ 786 w 1218"/>
                <a:gd name="T5" fmla="*/ 1122 h 1359"/>
                <a:gd name="T6" fmla="*/ 400 w 1218"/>
                <a:gd name="T7" fmla="*/ 1051 h 1359"/>
                <a:gd name="T8" fmla="*/ 405 w 1218"/>
                <a:gd name="T9" fmla="*/ 984 h 1359"/>
                <a:gd name="T10" fmla="*/ 705 w 1218"/>
                <a:gd name="T11" fmla="*/ 1019 h 1359"/>
                <a:gd name="T12" fmla="*/ 1031 w 1218"/>
                <a:gd name="T13" fmla="*/ 784 h 1359"/>
                <a:gd name="T14" fmla="*/ 919 w 1218"/>
                <a:gd name="T15" fmla="*/ 1063 h 1359"/>
                <a:gd name="T16" fmla="*/ 1092 w 1218"/>
                <a:gd name="T17" fmla="*/ 1026 h 1359"/>
                <a:gd name="T18" fmla="*/ 1139 w 1218"/>
                <a:gd name="T19" fmla="*/ 897 h 1359"/>
                <a:gd name="T20" fmla="*/ 147 w 1218"/>
                <a:gd name="T21" fmla="*/ 741 h 1359"/>
                <a:gd name="T22" fmla="*/ 77 w 1218"/>
                <a:gd name="T23" fmla="*/ 924 h 1359"/>
                <a:gd name="T24" fmla="*/ 148 w 1218"/>
                <a:gd name="T25" fmla="*/ 1040 h 1359"/>
                <a:gd name="T26" fmla="*/ 322 w 1218"/>
                <a:gd name="T27" fmla="*/ 1062 h 1359"/>
                <a:gd name="T28" fmla="*/ 147 w 1218"/>
                <a:gd name="T29" fmla="*/ 741 h 1359"/>
                <a:gd name="T30" fmla="*/ 980 w 1218"/>
                <a:gd name="T31" fmla="*/ 667 h 1359"/>
                <a:gd name="T32" fmla="*/ 988 w 1218"/>
                <a:gd name="T33" fmla="*/ 717 h 1359"/>
                <a:gd name="T34" fmla="*/ 195 w 1218"/>
                <a:gd name="T35" fmla="*/ 679 h 1359"/>
                <a:gd name="T36" fmla="*/ 539 w 1218"/>
                <a:gd name="T37" fmla="*/ 411 h 1359"/>
                <a:gd name="T38" fmla="*/ 343 w 1218"/>
                <a:gd name="T39" fmla="*/ 752 h 1359"/>
                <a:gd name="T40" fmla="*/ 441 w 1218"/>
                <a:gd name="T41" fmla="*/ 858 h 1359"/>
                <a:gd name="T42" fmla="*/ 548 w 1218"/>
                <a:gd name="T43" fmla="*/ 952 h 1359"/>
                <a:gd name="T44" fmla="*/ 873 w 1218"/>
                <a:gd name="T45" fmla="*/ 774 h 1359"/>
                <a:gd name="T46" fmla="*/ 851 w 1218"/>
                <a:gd name="T47" fmla="*/ 651 h 1359"/>
                <a:gd name="T48" fmla="*/ 810 w 1218"/>
                <a:gd name="T49" fmla="*/ 490 h 1359"/>
                <a:gd name="T50" fmla="*/ 368 w 1218"/>
                <a:gd name="T51" fmla="*/ 425 h 1359"/>
                <a:gd name="T52" fmla="*/ 819 w 1218"/>
                <a:gd name="T53" fmla="*/ 308 h 1359"/>
                <a:gd name="T54" fmla="*/ 837 w 1218"/>
                <a:gd name="T55" fmla="*/ 365 h 1359"/>
                <a:gd name="T56" fmla="*/ 940 w 1218"/>
                <a:gd name="T57" fmla="*/ 492 h 1359"/>
                <a:gd name="T58" fmla="*/ 1116 w 1218"/>
                <a:gd name="T59" fmla="*/ 538 h 1359"/>
                <a:gd name="T60" fmla="*/ 1125 w 1218"/>
                <a:gd name="T61" fmla="*/ 366 h 1359"/>
                <a:gd name="T62" fmla="*/ 1035 w 1218"/>
                <a:gd name="T63" fmla="*/ 332 h 1359"/>
                <a:gd name="T64" fmla="*/ 276 w 1218"/>
                <a:gd name="T65" fmla="*/ 294 h 1359"/>
                <a:gd name="T66" fmla="*/ 107 w 1218"/>
                <a:gd name="T67" fmla="*/ 348 h 1359"/>
                <a:gd name="T68" fmla="*/ 89 w 1218"/>
                <a:gd name="T69" fmla="*/ 504 h 1359"/>
                <a:gd name="T70" fmla="*/ 231 w 1218"/>
                <a:gd name="T71" fmla="*/ 532 h 1359"/>
                <a:gd name="T72" fmla="*/ 276 w 1218"/>
                <a:gd name="T73" fmla="*/ 294 h 1359"/>
                <a:gd name="T74" fmla="*/ 478 w 1218"/>
                <a:gd name="T75" fmla="*/ 159 h 1359"/>
                <a:gd name="T76" fmla="*/ 670 w 1218"/>
                <a:gd name="T77" fmla="*/ 270 h 1359"/>
                <a:gd name="T78" fmla="*/ 692 w 1218"/>
                <a:gd name="T79" fmla="*/ 106 h 1359"/>
                <a:gd name="T80" fmla="*/ 682 w 1218"/>
                <a:gd name="T81" fmla="*/ 13 h 1359"/>
                <a:gd name="T82" fmla="*/ 861 w 1218"/>
                <a:gd name="T83" fmla="*/ 210 h 1359"/>
                <a:gd name="T84" fmla="*/ 1037 w 1218"/>
                <a:gd name="T85" fmla="*/ 205 h 1359"/>
                <a:gd name="T86" fmla="*/ 1119 w 1218"/>
                <a:gd name="T87" fmla="*/ 257 h 1359"/>
                <a:gd name="T88" fmla="*/ 1218 w 1218"/>
                <a:gd name="T89" fmla="*/ 419 h 1359"/>
                <a:gd name="T90" fmla="*/ 1140 w 1218"/>
                <a:gd name="T91" fmla="*/ 650 h 1359"/>
                <a:gd name="T92" fmla="*/ 1203 w 1218"/>
                <a:gd name="T93" fmla="*/ 835 h 1359"/>
                <a:gd name="T94" fmla="*/ 1190 w 1218"/>
                <a:gd name="T95" fmla="*/ 1031 h 1359"/>
                <a:gd name="T96" fmla="*/ 1024 w 1218"/>
                <a:gd name="T97" fmla="*/ 1133 h 1359"/>
                <a:gd name="T98" fmla="*/ 818 w 1218"/>
                <a:gd name="T99" fmla="*/ 1221 h 1359"/>
                <a:gd name="T100" fmla="*/ 640 w 1218"/>
                <a:gd name="T101" fmla="*/ 1356 h 1359"/>
                <a:gd name="T102" fmla="*/ 480 w 1218"/>
                <a:gd name="T103" fmla="*/ 1313 h 1359"/>
                <a:gd name="T104" fmla="*/ 313 w 1218"/>
                <a:gd name="T105" fmla="*/ 1139 h 1359"/>
                <a:gd name="T106" fmla="*/ 94 w 1218"/>
                <a:gd name="T107" fmla="*/ 1097 h 1359"/>
                <a:gd name="T108" fmla="*/ 1 w 1218"/>
                <a:gd name="T109" fmla="*/ 941 h 1359"/>
                <a:gd name="T110" fmla="*/ 70 w 1218"/>
                <a:gd name="T111" fmla="*/ 719 h 1359"/>
                <a:gd name="T112" fmla="*/ 17 w 1218"/>
                <a:gd name="T113" fmla="*/ 529 h 1359"/>
                <a:gd name="T114" fmla="*/ 27 w 1218"/>
                <a:gd name="T115" fmla="*/ 327 h 1359"/>
                <a:gd name="T116" fmla="*/ 194 w 1218"/>
                <a:gd name="T117" fmla="*/ 224 h 1359"/>
                <a:gd name="T118" fmla="*/ 400 w 1218"/>
                <a:gd name="T119" fmla="*/ 137 h 1359"/>
                <a:gd name="T120" fmla="*/ 578 w 1218"/>
                <a:gd name="T121" fmla="*/ 2 h 1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218" h="1359">
                  <a:moveTo>
                    <a:pt x="609" y="1064"/>
                  </a:moveTo>
                  <a:lnTo>
                    <a:pt x="548" y="1088"/>
                  </a:lnTo>
                  <a:lnTo>
                    <a:pt x="488" y="1107"/>
                  </a:lnTo>
                  <a:lnTo>
                    <a:pt x="430" y="1123"/>
                  </a:lnTo>
                  <a:lnTo>
                    <a:pt x="451" y="1164"/>
                  </a:lnTo>
                  <a:lnTo>
                    <a:pt x="475" y="1199"/>
                  </a:lnTo>
                  <a:lnTo>
                    <a:pt x="499" y="1228"/>
                  </a:lnTo>
                  <a:lnTo>
                    <a:pt x="525" y="1252"/>
                  </a:lnTo>
                  <a:lnTo>
                    <a:pt x="552" y="1269"/>
                  </a:lnTo>
                  <a:lnTo>
                    <a:pt x="579" y="1279"/>
                  </a:lnTo>
                  <a:lnTo>
                    <a:pt x="607" y="1283"/>
                  </a:lnTo>
                  <a:lnTo>
                    <a:pt x="635" y="1279"/>
                  </a:lnTo>
                  <a:lnTo>
                    <a:pt x="662" y="1269"/>
                  </a:lnTo>
                  <a:lnTo>
                    <a:pt x="689" y="1252"/>
                  </a:lnTo>
                  <a:lnTo>
                    <a:pt x="716" y="1228"/>
                  </a:lnTo>
                  <a:lnTo>
                    <a:pt x="740" y="1199"/>
                  </a:lnTo>
                  <a:lnTo>
                    <a:pt x="764" y="1164"/>
                  </a:lnTo>
                  <a:lnTo>
                    <a:pt x="786" y="1122"/>
                  </a:lnTo>
                  <a:lnTo>
                    <a:pt x="728" y="1106"/>
                  </a:lnTo>
                  <a:lnTo>
                    <a:pt x="670" y="1088"/>
                  </a:lnTo>
                  <a:lnTo>
                    <a:pt x="609" y="1064"/>
                  </a:lnTo>
                  <a:close/>
                  <a:moveTo>
                    <a:pt x="374" y="965"/>
                  </a:moveTo>
                  <a:lnTo>
                    <a:pt x="385" y="1009"/>
                  </a:lnTo>
                  <a:lnTo>
                    <a:pt x="400" y="1051"/>
                  </a:lnTo>
                  <a:lnTo>
                    <a:pt x="455" y="1038"/>
                  </a:lnTo>
                  <a:lnTo>
                    <a:pt x="513" y="1019"/>
                  </a:lnTo>
                  <a:lnTo>
                    <a:pt x="447" y="983"/>
                  </a:lnTo>
                  <a:lnTo>
                    <a:pt x="435" y="986"/>
                  </a:lnTo>
                  <a:lnTo>
                    <a:pt x="423" y="987"/>
                  </a:lnTo>
                  <a:lnTo>
                    <a:pt x="405" y="984"/>
                  </a:lnTo>
                  <a:lnTo>
                    <a:pt x="387" y="977"/>
                  </a:lnTo>
                  <a:lnTo>
                    <a:pt x="374" y="965"/>
                  </a:lnTo>
                  <a:close/>
                  <a:moveTo>
                    <a:pt x="850" y="934"/>
                  </a:moveTo>
                  <a:lnTo>
                    <a:pt x="787" y="974"/>
                  </a:lnTo>
                  <a:lnTo>
                    <a:pt x="746" y="997"/>
                  </a:lnTo>
                  <a:lnTo>
                    <a:pt x="705" y="1019"/>
                  </a:lnTo>
                  <a:lnTo>
                    <a:pt x="762" y="1036"/>
                  </a:lnTo>
                  <a:lnTo>
                    <a:pt x="816" y="1050"/>
                  </a:lnTo>
                  <a:lnTo>
                    <a:pt x="835" y="993"/>
                  </a:lnTo>
                  <a:lnTo>
                    <a:pt x="850" y="934"/>
                  </a:lnTo>
                  <a:close/>
                  <a:moveTo>
                    <a:pt x="1071" y="741"/>
                  </a:moveTo>
                  <a:lnTo>
                    <a:pt x="1031" y="784"/>
                  </a:lnTo>
                  <a:lnTo>
                    <a:pt x="987" y="826"/>
                  </a:lnTo>
                  <a:lnTo>
                    <a:pt x="940" y="866"/>
                  </a:lnTo>
                  <a:lnTo>
                    <a:pt x="928" y="935"/>
                  </a:lnTo>
                  <a:lnTo>
                    <a:pt x="913" y="1000"/>
                  </a:lnTo>
                  <a:lnTo>
                    <a:pt x="894" y="1061"/>
                  </a:lnTo>
                  <a:lnTo>
                    <a:pt x="919" y="1063"/>
                  </a:lnTo>
                  <a:lnTo>
                    <a:pt x="942" y="1064"/>
                  </a:lnTo>
                  <a:lnTo>
                    <a:pt x="978" y="1062"/>
                  </a:lnTo>
                  <a:lnTo>
                    <a:pt x="1012" y="1058"/>
                  </a:lnTo>
                  <a:lnTo>
                    <a:pt x="1043" y="1050"/>
                  </a:lnTo>
                  <a:lnTo>
                    <a:pt x="1070" y="1040"/>
                  </a:lnTo>
                  <a:lnTo>
                    <a:pt x="1092" y="1026"/>
                  </a:lnTo>
                  <a:lnTo>
                    <a:pt x="1111" y="1010"/>
                  </a:lnTo>
                  <a:lnTo>
                    <a:pt x="1125" y="991"/>
                  </a:lnTo>
                  <a:lnTo>
                    <a:pt x="1134" y="971"/>
                  </a:lnTo>
                  <a:lnTo>
                    <a:pt x="1140" y="948"/>
                  </a:lnTo>
                  <a:lnTo>
                    <a:pt x="1141" y="924"/>
                  </a:lnTo>
                  <a:lnTo>
                    <a:pt x="1139" y="897"/>
                  </a:lnTo>
                  <a:lnTo>
                    <a:pt x="1133" y="868"/>
                  </a:lnTo>
                  <a:lnTo>
                    <a:pt x="1123" y="838"/>
                  </a:lnTo>
                  <a:lnTo>
                    <a:pt x="1110" y="808"/>
                  </a:lnTo>
                  <a:lnTo>
                    <a:pt x="1092" y="775"/>
                  </a:lnTo>
                  <a:lnTo>
                    <a:pt x="1071" y="741"/>
                  </a:lnTo>
                  <a:close/>
                  <a:moveTo>
                    <a:pt x="147" y="741"/>
                  </a:moveTo>
                  <a:lnTo>
                    <a:pt x="126" y="775"/>
                  </a:lnTo>
                  <a:lnTo>
                    <a:pt x="108" y="808"/>
                  </a:lnTo>
                  <a:lnTo>
                    <a:pt x="94" y="838"/>
                  </a:lnTo>
                  <a:lnTo>
                    <a:pt x="85" y="868"/>
                  </a:lnTo>
                  <a:lnTo>
                    <a:pt x="79" y="897"/>
                  </a:lnTo>
                  <a:lnTo>
                    <a:pt x="77" y="924"/>
                  </a:lnTo>
                  <a:lnTo>
                    <a:pt x="78" y="948"/>
                  </a:lnTo>
                  <a:lnTo>
                    <a:pt x="84" y="971"/>
                  </a:lnTo>
                  <a:lnTo>
                    <a:pt x="93" y="991"/>
                  </a:lnTo>
                  <a:lnTo>
                    <a:pt x="107" y="1010"/>
                  </a:lnTo>
                  <a:lnTo>
                    <a:pt x="126" y="1026"/>
                  </a:lnTo>
                  <a:lnTo>
                    <a:pt x="148" y="1040"/>
                  </a:lnTo>
                  <a:lnTo>
                    <a:pt x="175" y="1050"/>
                  </a:lnTo>
                  <a:lnTo>
                    <a:pt x="206" y="1058"/>
                  </a:lnTo>
                  <a:lnTo>
                    <a:pt x="239" y="1062"/>
                  </a:lnTo>
                  <a:lnTo>
                    <a:pt x="276" y="1064"/>
                  </a:lnTo>
                  <a:lnTo>
                    <a:pt x="298" y="1063"/>
                  </a:lnTo>
                  <a:lnTo>
                    <a:pt x="322" y="1062"/>
                  </a:lnTo>
                  <a:lnTo>
                    <a:pt x="303" y="1000"/>
                  </a:lnTo>
                  <a:lnTo>
                    <a:pt x="288" y="934"/>
                  </a:lnTo>
                  <a:lnTo>
                    <a:pt x="277" y="865"/>
                  </a:lnTo>
                  <a:lnTo>
                    <a:pt x="231" y="825"/>
                  </a:lnTo>
                  <a:lnTo>
                    <a:pt x="186" y="784"/>
                  </a:lnTo>
                  <a:lnTo>
                    <a:pt x="147" y="741"/>
                  </a:lnTo>
                  <a:close/>
                  <a:moveTo>
                    <a:pt x="952" y="603"/>
                  </a:moveTo>
                  <a:lnTo>
                    <a:pt x="952" y="612"/>
                  </a:lnTo>
                  <a:lnTo>
                    <a:pt x="964" y="623"/>
                  </a:lnTo>
                  <a:lnTo>
                    <a:pt x="973" y="636"/>
                  </a:lnTo>
                  <a:lnTo>
                    <a:pt x="979" y="650"/>
                  </a:lnTo>
                  <a:lnTo>
                    <a:pt x="980" y="667"/>
                  </a:lnTo>
                  <a:lnTo>
                    <a:pt x="979" y="682"/>
                  </a:lnTo>
                  <a:lnTo>
                    <a:pt x="973" y="698"/>
                  </a:lnTo>
                  <a:lnTo>
                    <a:pt x="964" y="710"/>
                  </a:lnTo>
                  <a:lnTo>
                    <a:pt x="953" y="721"/>
                  </a:lnTo>
                  <a:lnTo>
                    <a:pt x="951" y="755"/>
                  </a:lnTo>
                  <a:lnTo>
                    <a:pt x="988" y="717"/>
                  </a:lnTo>
                  <a:lnTo>
                    <a:pt x="1023" y="679"/>
                  </a:lnTo>
                  <a:lnTo>
                    <a:pt x="988" y="641"/>
                  </a:lnTo>
                  <a:lnTo>
                    <a:pt x="952" y="603"/>
                  </a:lnTo>
                  <a:close/>
                  <a:moveTo>
                    <a:pt x="267" y="603"/>
                  </a:moveTo>
                  <a:lnTo>
                    <a:pt x="230" y="641"/>
                  </a:lnTo>
                  <a:lnTo>
                    <a:pt x="195" y="679"/>
                  </a:lnTo>
                  <a:lnTo>
                    <a:pt x="228" y="717"/>
                  </a:lnTo>
                  <a:lnTo>
                    <a:pt x="266" y="755"/>
                  </a:lnTo>
                  <a:lnTo>
                    <a:pt x="264" y="678"/>
                  </a:lnTo>
                  <a:lnTo>
                    <a:pt x="267" y="603"/>
                  </a:lnTo>
                  <a:close/>
                  <a:moveTo>
                    <a:pt x="609" y="376"/>
                  </a:moveTo>
                  <a:lnTo>
                    <a:pt x="539" y="411"/>
                  </a:lnTo>
                  <a:lnTo>
                    <a:pt x="471" y="449"/>
                  </a:lnTo>
                  <a:lnTo>
                    <a:pt x="409" y="489"/>
                  </a:lnTo>
                  <a:lnTo>
                    <a:pt x="351" y="532"/>
                  </a:lnTo>
                  <a:lnTo>
                    <a:pt x="343" y="604"/>
                  </a:lnTo>
                  <a:lnTo>
                    <a:pt x="341" y="678"/>
                  </a:lnTo>
                  <a:lnTo>
                    <a:pt x="343" y="752"/>
                  </a:lnTo>
                  <a:lnTo>
                    <a:pt x="350" y="825"/>
                  </a:lnTo>
                  <a:lnTo>
                    <a:pt x="372" y="842"/>
                  </a:lnTo>
                  <a:lnTo>
                    <a:pt x="398" y="861"/>
                  </a:lnTo>
                  <a:lnTo>
                    <a:pt x="410" y="857"/>
                  </a:lnTo>
                  <a:lnTo>
                    <a:pt x="423" y="855"/>
                  </a:lnTo>
                  <a:lnTo>
                    <a:pt x="441" y="858"/>
                  </a:lnTo>
                  <a:lnTo>
                    <a:pt x="456" y="864"/>
                  </a:lnTo>
                  <a:lnTo>
                    <a:pt x="470" y="874"/>
                  </a:lnTo>
                  <a:lnTo>
                    <a:pt x="480" y="887"/>
                  </a:lnTo>
                  <a:lnTo>
                    <a:pt x="486" y="902"/>
                  </a:lnTo>
                  <a:lnTo>
                    <a:pt x="489" y="919"/>
                  </a:lnTo>
                  <a:lnTo>
                    <a:pt x="548" y="952"/>
                  </a:lnTo>
                  <a:lnTo>
                    <a:pt x="609" y="981"/>
                  </a:lnTo>
                  <a:lnTo>
                    <a:pt x="679" y="947"/>
                  </a:lnTo>
                  <a:lnTo>
                    <a:pt x="747" y="908"/>
                  </a:lnTo>
                  <a:lnTo>
                    <a:pt x="809" y="868"/>
                  </a:lnTo>
                  <a:lnTo>
                    <a:pt x="867" y="826"/>
                  </a:lnTo>
                  <a:lnTo>
                    <a:pt x="873" y="774"/>
                  </a:lnTo>
                  <a:lnTo>
                    <a:pt x="876" y="720"/>
                  </a:lnTo>
                  <a:lnTo>
                    <a:pt x="864" y="709"/>
                  </a:lnTo>
                  <a:lnTo>
                    <a:pt x="856" y="697"/>
                  </a:lnTo>
                  <a:lnTo>
                    <a:pt x="851" y="682"/>
                  </a:lnTo>
                  <a:lnTo>
                    <a:pt x="849" y="667"/>
                  </a:lnTo>
                  <a:lnTo>
                    <a:pt x="851" y="651"/>
                  </a:lnTo>
                  <a:lnTo>
                    <a:pt x="856" y="637"/>
                  </a:lnTo>
                  <a:lnTo>
                    <a:pt x="864" y="625"/>
                  </a:lnTo>
                  <a:lnTo>
                    <a:pt x="876" y="615"/>
                  </a:lnTo>
                  <a:lnTo>
                    <a:pt x="873" y="573"/>
                  </a:lnTo>
                  <a:lnTo>
                    <a:pt x="868" y="533"/>
                  </a:lnTo>
                  <a:lnTo>
                    <a:pt x="810" y="490"/>
                  </a:lnTo>
                  <a:lnTo>
                    <a:pt x="747" y="449"/>
                  </a:lnTo>
                  <a:lnTo>
                    <a:pt x="679" y="411"/>
                  </a:lnTo>
                  <a:lnTo>
                    <a:pt x="609" y="376"/>
                  </a:lnTo>
                  <a:close/>
                  <a:moveTo>
                    <a:pt x="402" y="308"/>
                  </a:moveTo>
                  <a:lnTo>
                    <a:pt x="383" y="364"/>
                  </a:lnTo>
                  <a:lnTo>
                    <a:pt x="368" y="425"/>
                  </a:lnTo>
                  <a:lnTo>
                    <a:pt x="431" y="385"/>
                  </a:lnTo>
                  <a:lnTo>
                    <a:pt x="472" y="361"/>
                  </a:lnTo>
                  <a:lnTo>
                    <a:pt x="513" y="338"/>
                  </a:lnTo>
                  <a:lnTo>
                    <a:pt x="456" y="321"/>
                  </a:lnTo>
                  <a:lnTo>
                    <a:pt x="402" y="308"/>
                  </a:lnTo>
                  <a:close/>
                  <a:moveTo>
                    <a:pt x="819" y="308"/>
                  </a:moveTo>
                  <a:lnTo>
                    <a:pt x="763" y="321"/>
                  </a:lnTo>
                  <a:lnTo>
                    <a:pt x="705" y="338"/>
                  </a:lnTo>
                  <a:lnTo>
                    <a:pt x="746" y="361"/>
                  </a:lnTo>
                  <a:lnTo>
                    <a:pt x="787" y="385"/>
                  </a:lnTo>
                  <a:lnTo>
                    <a:pt x="852" y="426"/>
                  </a:lnTo>
                  <a:lnTo>
                    <a:pt x="837" y="365"/>
                  </a:lnTo>
                  <a:lnTo>
                    <a:pt x="819" y="308"/>
                  </a:lnTo>
                  <a:close/>
                  <a:moveTo>
                    <a:pt x="931" y="294"/>
                  </a:moveTo>
                  <a:lnTo>
                    <a:pt x="896" y="296"/>
                  </a:lnTo>
                  <a:lnTo>
                    <a:pt x="915" y="358"/>
                  </a:lnTo>
                  <a:lnTo>
                    <a:pt x="929" y="424"/>
                  </a:lnTo>
                  <a:lnTo>
                    <a:pt x="940" y="492"/>
                  </a:lnTo>
                  <a:lnTo>
                    <a:pt x="987" y="532"/>
                  </a:lnTo>
                  <a:lnTo>
                    <a:pt x="1032" y="574"/>
                  </a:lnTo>
                  <a:lnTo>
                    <a:pt x="1072" y="617"/>
                  </a:lnTo>
                  <a:lnTo>
                    <a:pt x="1077" y="608"/>
                  </a:lnTo>
                  <a:lnTo>
                    <a:pt x="1098" y="572"/>
                  </a:lnTo>
                  <a:lnTo>
                    <a:pt x="1116" y="538"/>
                  </a:lnTo>
                  <a:lnTo>
                    <a:pt x="1129" y="504"/>
                  </a:lnTo>
                  <a:lnTo>
                    <a:pt x="1137" y="472"/>
                  </a:lnTo>
                  <a:lnTo>
                    <a:pt x="1141" y="442"/>
                  </a:lnTo>
                  <a:lnTo>
                    <a:pt x="1140" y="414"/>
                  </a:lnTo>
                  <a:lnTo>
                    <a:pt x="1135" y="389"/>
                  </a:lnTo>
                  <a:lnTo>
                    <a:pt x="1125" y="366"/>
                  </a:lnTo>
                  <a:lnTo>
                    <a:pt x="1114" y="352"/>
                  </a:lnTo>
                  <a:lnTo>
                    <a:pt x="1100" y="338"/>
                  </a:lnTo>
                  <a:lnTo>
                    <a:pt x="1084" y="327"/>
                  </a:lnTo>
                  <a:lnTo>
                    <a:pt x="1070" y="332"/>
                  </a:lnTo>
                  <a:lnTo>
                    <a:pt x="1053" y="334"/>
                  </a:lnTo>
                  <a:lnTo>
                    <a:pt x="1035" y="332"/>
                  </a:lnTo>
                  <a:lnTo>
                    <a:pt x="1018" y="324"/>
                  </a:lnTo>
                  <a:lnTo>
                    <a:pt x="1005" y="313"/>
                  </a:lnTo>
                  <a:lnTo>
                    <a:pt x="994" y="297"/>
                  </a:lnTo>
                  <a:lnTo>
                    <a:pt x="964" y="294"/>
                  </a:lnTo>
                  <a:lnTo>
                    <a:pt x="931" y="294"/>
                  </a:lnTo>
                  <a:close/>
                  <a:moveTo>
                    <a:pt x="276" y="294"/>
                  </a:moveTo>
                  <a:lnTo>
                    <a:pt x="239" y="295"/>
                  </a:lnTo>
                  <a:lnTo>
                    <a:pt x="206" y="300"/>
                  </a:lnTo>
                  <a:lnTo>
                    <a:pt x="175" y="308"/>
                  </a:lnTo>
                  <a:lnTo>
                    <a:pt x="148" y="319"/>
                  </a:lnTo>
                  <a:lnTo>
                    <a:pt x="126" y="332"/>
                  </a:lnTo>
                  <a:lnTo>
                    <a:pt x="107" y="348"/>
                  </a:lnTo>
                  <a:lnTo>
                    <a:pt x="93" y="366"/>
                  </a:lnTo>
                  <a:lnTo>
                    <a:pt x="83" y="389"/>
                  </a:lnTo>
                  <a:lnTo>
                    <a:pt x="78" y="414"/>
                  </a:lnTo>
                  <a:lnTo>
                    <a:pt x="77" y="442"/>
                  </a:lnTo>
                  <a:lnTo>
                    <a:pt x="81" y="472"/>
                  </a:lnTo>
                  <a:lnTo>
                    <a:pt x="89" y="504"/>
                  </a:lnTo>
                  <a:lnTo>
                    <a:pt x="101" y="538"/>
                  </a:lnTo>
                  <a:lnTo>
                    <a:pt x="119" y="572"/>
                  </a:lnTo>
                  <a:lnTo>
                    <a:pt x="141" y="608"/>
                  </a:lnTo>
                  <a:lnTo>
                    <a:pt x="146" y="617"/>
                  </a:lnTo>
                  <a:lnTo>
                    <a:pt x="186" y="573"/>
                  </a:lnTo>
                  <a:lnTo>
                    <a:pt x="231" y="532"/>
                  </a:lnTo>
                  <a:lnTo>
                    <a:pt x="278" y="491"/>
                  </a:lnTo>
                  <a:lnTo>
                    <a:pt x="290" y="424"/>
                  </a:lnTo>
                  <a:lnTo>
                    <a:pt x="305" y="358"/>
                  </a:lnTo>
                  <a:lnTo>
                    <a:pt x="324" y="296"/>
                  </a:lnTo>
                  <a:lnTo>
                    <a:pt x="299" y="294"/>
                  </a:lnTo>
                  <a:lnTo>
                    <a:pt x="276" y="294"/>
                  </a:lnTo>
                  <a:close/>
                  <a:moveTo>
                    <a:pt x="611" y="76"/>
                  </a:moveTo>
                  <a:lnTo>
                    <a:pt x="583" y="79"/>
                  </a:lnTo>
                  <a:lnTo>
                    <a:pt x="556" y="89"/>
                  </a:lnTo>
                  <a:lnTo>
                    <a:pt x="529" y="106"/>
                  </a:lnTo>
                  <a:lnTo>
                    <a:pt x="503" y="130"/>
                  </a:lnTo>
                  <a:lnTo>
                    <a:pt x="478" y="159"/>
                  </a:lnTo>
                  <a:lnTo>
                    <a:pt x="454" y="195"/>
                  </a:lnTo>
                  <a:lnTo>
                    <a:pt x="432" y="237"/>
                  </a:lnTo>
                  <a:lnTo>
                    <a:pt x="490" y="251"/>
                  </a:lnTo>
                  <a:lnTo>
                    <a:pt x="548" y="271"/>
                  </a:lnTo>
                  <a:lnTo>
                    <a:pt x="609" y="293"/>
                  </a:lnTo>
                  <a:lnTo>
                    <a:pt x="670" y="270"/>
                  </a:lnTo>
                  <a:lnTo>
                    <a:pt x="730" y="251"/>
                  </a:lnTo>
                  <a:lnTo>
                    <a:pt x="790" y="236"/>
                  </a:lnTo>
                  <a:lnTo>
                    <a:pt x="767" y="195"/>
                  </a:lnTo>
                  <a:lnTo>
                    <a:pt x="743" y="160"/>
                  </a:lnTo>
                  <a:lnTo>
                    <a:pt x="719" y="130"/>
                  </a:lnTo>
                  <a:lnTo>
                    <a:pt x="692" y="106"/>
                  </a:lnTo>
                  <a:lnTo>
                    <a:pt x="665" y="90"/>
                  </a:lnTo>
                  <a:lnTo>
                    <a:pt x="639" y="80"/>
                  </a:lnTo>
                  <a:lnTo>
                    <a:pt x="611" y="76"/>
                  </a:lnTo>
                  <a:close/>
                  <a:moveTo>
                    <a:pt x="611" y="0"/>
                  </a:moveTo>
                  <a:lnTo>
                    <a:pt x="647" y="3"/>
                  </a:lnTo>
                  <a:lnTo>
                    <a:pt x="682" y="13"/>
                  </a:lnTo>
                  <a:lnTo>
                    <a:pt x="716" y="30"/>
                  </a:lnTo>
                  <a:lnTo>
                    <a:pt x="748" y="54"/>
                  </a:lnTo>
                  <a:lnTo>
                    <a:pt x="779" y="84"/>
                  </a:lnTo>
                  <a:lnTo>
                    <a:pt x="809" y="120"/>
                  </a:lnTo>
                  <a:lnTo>
                    <a:pt x="837" y="162"/>
                  </a:lnTo>
                  <a:lnTo>
                    <a:pt x="861" y="210"/>
                  </a:lnTo>
                  <a:lnTo>
                    <a:pt x="867" y="222"/>
                  </a:lnTo>
                  <a:lnTo>
                    <a:pt x="917" y="218"/>
                  </a:lnTo>
                  <a:lnTo>
                    <a:pt x="963" y="218"/>
                  </a:lnTo>
                  <a:lnTo>
                    <a:pt x="1007" y="222"/>
                  </a:lnTo>
                  <a:lnTo>
                    <a:pt x="1020" y="211"/>
                  </a:lnTo>
                  <a:lnTo>
                    <a:pt x="1037" y="205"/>
                  </a:lnTo>
                  <a:lnTo>
                    <a:pt x="1053" y="203"/>
                  </a:lnTo>
                  <a:lnTo>
                    <a:pt x="1072" y="205"/>
                  </a:lnTo>
                  <a:lnTo>
                    <a:pt x="1089" y="213"/>
                  </a:lnTo>
                  <a:lnTo>
                    <a:pt x="1102" y="224"/>
                  </a:lnTo>
                  <a:lnTo>
                    <a:pt x="1113" y="240"/>
                  </a:lnTo>
                  <a:lnTo>
                    <a:pt x="1119" y="257"/>
                  </a:lnTo>
                  <a:lnTo>
                    <a:pt x="1146" y="278"/>
                  </a:lnTo>
                  <a:lnTo>
                    <a:pt x="1171" y="300"/>
                  </a:lnTo>
                  <a:lnTo>
                    <a:pt x="1190" y="327"/>
                  </a:lnTo>
                  <a:lnTo>
                    <a:pt x="1204" y="356"/>
                  </a:lnTo>
                  <a:lnTo>
                    <a:pt x="1213" y="387"/>
                  </a:lnTo>
                  <a:lnTo>
                    <a:pt x="1218" y="419"/>
                  </a:lnTo>
                  <a:lnTo>
                    <a:pt x="1217" y="454"/>
                  </a:lnTo>
                  <a:lnTo>
                    <a:pt x="1212" y="491"/>
                  </a:lnTo>
                  <a:lnTo>
                    <a:pt x="1201" y="529"/>
                  </a:lnTo>
                  <a:lnTo>
                    <a:pt x="1185" y="568"/>
                  </a:lnTo>
                  <a:lnTo>
                    <a:pt x="1166" y="609"/>
                  </a:lnTo>
                  <a:lnTo>
                    <a:pt x="1140" y="650"/>
                  </a:lnTo>
                  <a:lnTo>
                    <a:pt x="1131" y="664"/>
                  </a:lnTo>
                  <a:lnTo>
                    <a:pt x="1121" y="678"/>
                  </a:lnTo>
                  <a:lnTo>
                    <a:pt x="1148" y="719"/>
                  </a:lnTo>
                  <a:lnTo>
                    <a:pt x="1171" y="758"/>
                  </a:lnTo>
                  <a:lnTo>
                    <a:pt x="1190" y="797"/>
                  </a:lnTo>
                  <a:lnTo>
                    <a:pt x="1203" y="835"/>
                  </a:lnTo>
                  <a:lnTo>
                    <a:pt x="1212" y="872"/>
                  </a:lnTo>
                  <a:lnTo>
                    <a:pt x="1217" y="907"/>
                  </a:lnTo>
                  <a:lnTo>
                    <a:pt x="1217" y="941"/>
                  </a:lnTo>
                  <a:lnTo>
                    <a:pt x="1213" y="973"/>
                  </a:lnTo>
                  <a:lnTo>
                    <a:pt x="1204" y="1004"/>
                  </a:lnTo>
                  <a:lnTo>
                    <a:pt x="1190" y="1031"/>
                  </a:lnTo>
                  <a:lnTo>
                    <a:pt x="1172" y="1056"/>
                  </a:lnTo>
                  <a:lnTo>
                    <a:pt x="1150" y="1079"/>
                  </a:lnTo>
                  <a:lnTo>
                    <a:pt x="1124" y="1097"/>
                  </a:lnTo>
                  <a:lnTo>
                    <a:pt x="1094" y="1112"/>
                  </a:lnTo>
                  <a:lnTo>
                    <a:pt x="1061" y="1125"/>
                  </a:lnTo>
                  <a:lnTo>
                    <a:pt x="1024" y="1133"/>
                  </a:lnTo>
                  <a:lnTo>
                    <a:pt x="985" y="1138"/>
                  </a:lnTo>
                  <a:lnTo>
                    <a:pt x="942" y="1140"/>
                  </a:lnTo>
                  <a:lnTo>
                    <a:pt x="904" y="1139"/>
                  </a:lnTo>
                  <a:lnTo>
                    <a:pt x="865" y="1135"/>
                  </a:lnTo>
                  <a:lnTo>
                    <a:pt x="843" y="1180"/>
                  </a:lnTo>
                  <a:lnTo>
                    <a:pt x="818" y="1221"/>
                  </a:lnTo>
                  <a:lnTo>
                    <a:pt x="792" y="1256"/>
                  </a:lnTo>
                  <a:lnTo>
                    <a:pt x="764" y="1287"/>
                  </a:lnTo>
                  <a:lnTo>
                    <a:pt x="734" y="1313"/>
                  </a:lnTo>
                  <a:lnTo>
                    <a:pt x="704" y="1332"/>
                  </a:lnTo>
                  <a:lnTo>
                    <a:pt x="673" y="1347"/>
                  </a:lnTo>
                  <a:lnTo>
                    <a:pt x="640" y="1356"/>
                  </a:lnTo>
                  <a:lnTo>
                    <a:pt x="607" y="1359"/>
                  </a:lnTo>
                  <a:lnTo>
                    <a:pt x="607" y="1359"/>
                  </a:lnTo>
                  <a:lnTo>
                    <a:pt x="574" y="1356"/>
                  </a:lnTo>
                  <a:lnTo>
                    <a:pt x="542" y="1347"/>
                  </a:lnTo>
                  <a:lnTo>
                    <a:pt x="511" y="1332"/>
                  </a:lnTo>
                  <a:lnTo>
                    <a:pt x="480" y="1313"/>
                  </a:lnTo>
                  <a:lnTo>
                    <a:pt x="451" y="1287"/>
                  </a:lnTo>
                  <a:lnTo>
                    <a:pt x="423" y="1256"/>
                  </a:lnTo>
                  <a:lnTo>
                    <a:pt x="397" y="1221"/>
                  </a:lnTo>
                  <a:lnTo>
                    <a:pt x="373" y="1180"/>
                  </a:lnTo>
                  <a:lnTo>
                    <a:pt x="351" y="1136"/>
                  </a:lnTo>
                  <a:lnTo>
                    <a:pt x="313" y="1139"/>
                  </a:lnTo>
                  <a:lnTo>
                    <a:pt x="276" y="1140"/>
                  </a:lnTo>
                  <a:lnTo>
                    <a:pt x="233" y="1138"/>
                  </a:lnTo>
                  <a:lnTo>
                    <a:pt x="194" y="1133"/>
                  </a:lnTo>
                  <a:lnTo>
                    <a:pt x="157" y="1125"/>
                  </a:lnTo>
                  <a:lnTo>
                    <a:pt x="124" y="1112"/>
                  </a:lnTo>
                  <a:lnTo>
                    <a:pt x="94" y="1097"/>
                  </a:lnTo>
                  <a:lnTo>
                    <a:pt x="68" y="1079"/>
                  </a:lnTo>
                  <a:lnTo>
                    <a:pt x="46" y="1056"/>
                  </a:lnTo>
                  <a:lnTo>
                    <a:pt x="27" y="1031"/>
                  </a:lnTo>
                  <a:lnTo>
                    <a:pt x="14" y="1003"/>
                  </a:lnTo>
                  <a:lnTo>
                    <a:pt x="5" y="973"/>
                  </a:lnTo>
                  <a:lnTo>
                    <a:pt x="1" y="941"/>
                  </a:lnTo>
                  <a:lnTo>
                    <a:pt x="1" y="907"/>
                  </a:lnTo>
                  <a:lnTo>
                    <a:pt x="6" y="872"/>
                  </a:lnTo>
                  <a:lnTo>
                    <a:pt x="15" y="835"/>
                  </a:lnTo>
                  <a:lnTo>
                    <a:pt x="28" y="797"/>
                  </a:lnTo>
                  <a:lnTo>
                    <a:pt x="47" y="758"/>
                  </a:lnTo>
                  <a:lnTo>
                    <a:pt x="70" y="719"/>
                  </a:lnTo>
                  <a:lnTo>
                    <a:pt x="97" y="678"/>
                  </a:lnTo>
                  <a:lnTo>
                    <a:pt x="87" y="664"/>
                  </a:lnTo>
                  <a:lnTo>
                    <a:pt x="78" y="650"/>
                  </a:lnTo>
                  <a:lnTo>
                    <a:pt x="52" y="609"/>
                  </a:lnTo>
                  <a:lnTo>
                    <a:pt x="33" y="568"/>
                  </a:lnTo>
                  <a:lnTo>
                    <a:pt x="17" y="529"/>
                  </a:lnTo>
                  <a:lnTo>
                    <a:pt x="6" y="491"/>
                  </a:lnTo>
                  <a:lnTo>
                    <a:pt x="1" y="454"/>
                  </a:lnTo>
                  <a:lnTo>
                    <a:pt x="0" y="419"/>
                  </a:lnTo>
                  <a:lnTo>
                    <a:pt x="4" y="387"/>
                  </a:lnTo>
                  <a:lnTo>
                    <a:pt x="14" y="356"/>
                  </a:lnTo>
                  <a:lnTo>
                    <a:pt x="27" y="327"/>
                  </a:lnTo>
                  <a:lnTo>
                    <a:pt x="46" y="301"/>
                  </a:lnTo>
                  <a:lnTo>
                    <a:pt x="68" y="280"/>
                  </a:lnTo>
                  <a:lnTo>
                    <a:pt x="94" y="261"/>
                  </a:lnTo>
                  <a:lnTo>
                    <a:pt x="124" y="246"/>
                  </a:lnTo>
                  <a:lnTo>
                    <a:pt x="157" y="234"/>
                  </a:lnTo>
                  <a:lnTo>
                    <a:pt x="194" y="224"/>
                  </a:lnTo>
                  <a:lnTo>
                    <a:pt x="233" y="219"/>
                  </a:lnTo>
                  <a:lnTo>
                    <a:pt x="276" y="217"/>
                  </a:lnTo>
                  <a:lnTo>
                    <a:pt x="314" y="219"/>
                  </a:lnTo>
                  <a:lnTo>
                    <a:pt x="353" y="222"/>
                  </a:lnTo>
                  <a:lnTo>
                    <a:pt x="375" y="177"/>
                  </a:lnTo>
                  <a:lnTo>
                    <a:pt x="400" y="137"/>
                  </a:lnTo>
                  <a:lnTo>
                    <a:pt x="426" y="101"/>
                  </a:lnTo>
                  <a:lnTo>
                    <a:pt x="454" y="70"/>
                  </a:lnTo>
                  <a:lnTo>
                    <a:pt x="484" y="46"/>
                  </a:lnTo>
                  <a:lnTo>
                    <a:pt x="514" y="25"/>
                  </a:lnTo>
                  <a:lnTo>
                    <a:pt x="545" y="11"/>
                  </a:lnTo>
                  <a:lnTo>
                    <a:pt x="578" y="2"/>
                  </a:lnTo>
                  <a:lnTo>
                    <a:pt x="6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8" name="Freeform 71">
              <a:extLst>
                <a:ext uri="{FF2B5EF4-FFF2-40B4-BE49-F238E27FC236}">
                  <a16:creationId xmlns:a16="http://schemas.microsoft.com/office/drawing/2014/main" id="{FE9201EE-81B6-9620-D71A-0AC0EC4CEB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2825" y="2216150"/>
              <a:ext cx="30163" cy="30163"/>
            </a:xfrm>
            <a:custGeom>
              <a:avLst/>
              <a:gdLst>
                <a:gd name="T0" fmla="*/ 105 w 209"/>
                <a:gd name="T1" fmla="*/ 0 h 208"/>
                <a:gd name="T2" fmla="*/ 128 w 209"/>
                <a:gd name="T3" fmla="*/ 2 h 208"/>
                <a:gd name="T4" fmla="*/ 151 w 209"/>
                <a:gd name="T5" fmla="*/ 10 h 208"/>
                <a:gd name="T6" fmla="*/ 170 w 209"/>
                <a:gd name="T7" fmla="*/ 23 h 208"/>
                <a:gd name="T8" fmla="*/ 186 w 209"/>
                <a:gd name="T9" fmla="*/ 39 h 208"/>
                <a:gd name="T10" fmla="*/ 198 w 209"/>
                <a:gd name="T11" fmla="*/ 58 h 208"/>
                <a:gd name="T12" fmla="*/ 206 w 209"/>
                <a:gd name="T13" fmla="*/ 80 h 208"/>
                <a:gd name="T14" fmla="*/ 209 w 209"/>
                <a:gd name="T15" fmla="*/ 104 h 208"/>
                <a:gd name="T16" fmla="*/ 206 w 209"/>
                <a:gd name="T17" fmla="*/ 128 h 208"/>
                <a:gd name="T18" fmla="*/ 198 w 209"/>
                <a:gd name="T19" fmla="*/ 150 h 208"/>
                <a:gd name="T20" fmla="*/ 186 w 209"/>
                <a:gd name="T21" fmla="*/ 169 h 208"/>
                <a:gd name="T22" fmla="*/ 170 w 209"/>
                <a:gd name="T23" fmla="*/ 186 h 208"/>
                <a:gd name="T24" fmla="*/ 151 w 209"/>
                <a:gd name="T25" fmla="*/ 198 h 208"/>
                <a:gd name="T26" fmla="*/ 128 w 209"/>
                <a:gd name="T27" fmla="*/ 205 h 208"/>
                <a:gd name="T28" fmla="*/ 105 w 209"/>
                <a:gd name="T29" fmla="*/ 208 h 208"/>
                <a:gd name="T30" fmla="*/ 81 w 209"/>
                <a:gd name="T31" fmla="*/ 205 h 208"/>
                <a:gd name="T32" fmla="*/ 59 w 209"/>
                <a:gd name="T33" fmla="*/ 198 h 208"/>
                <a:gd name="T34" fmla="*/ 39 w 209"/>
                <a:gd name="T35" fmla="*/ 186 h 208"/>
                <a:gd name="T36" fmla="*/ 24 w 209"/>
                <a:gd name="T37" fmla="*/ 169 h 208"/>
                <a:gd name="T38" fmla="*/ 11 w 209"/>
                <a:gd name="T39" fmla="*/ 150 h 208"/>
                <a:gd name="T40" fmla="*/ 3 w 209"/>
                <a:gd name="T41" fmla="*/ 128 h 208"/>
                <a:gd name="T42" fmla="*/ 0 w 209"/>
                <a:gd name="T43" fmla="*/ 104 h 208"/>
                <a:gd name="T44" fmla="*/ 3 w 209"/>
                <a:gd name="T45" fmla="*/ 80 h 208"/>
                <a:gd name="T46" fmla="*/ 11 w 209"/>
                <a:gd name="T47" fmla="*/ 58 h 208"/>
                <a:gd name="T48" fmla="*/ 24 w 209"/>
                <a:gd name="T49" fmla="*/ 39 h 208"/>
                <a:gd name="T50" fmla="*/ 39 w 209"/>
                <a:gd name="T51" fmla="*/ 23 h 208"/>
                <a:gd name="T52" fmla="*/ 59 w 209"/>
                <a:gd name="T53" fmla="*/ 10 h 208"/>
                <a:gd name="T54" fmla="*/ 81 w 209"/>
                <a:gd name="T55" fmla="*/ 2 h 208"/>
                <a:gd name="T56" fmla="*/ 105 w 209"/>
                <a:gd name="T57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09" h="208">
                  <a:moveTo>
                    <a:pt x="105" y="0"/>
                  </a:moveTo>
                  <a:lnTo>
                    <a:pt x="128" y="2"/>
                  </a:lnTo>
                  <a:lnTo>
                    <a:pt x="151" y="10"/>
                  </a:lnTo>
                  <a:lnTo>
                    <a:pt x="170" y="23"/>
                  </a:lnTo>
                  <a:lnTo>
                    <a:pt x="186" y="39"/>
                  </a:lnTo>
                  <a:lnTo>
                    <a:pt x="198" y="58"/>
                  </a:lnTo>
                  <a:lnTo>
                    <a:pt x="206" y="80"/>
                  </a:lnTo>
                  <a:lnTo>
                    <a:pt x="209" y="104"/>
                  </a:lnTo>
                  <a:lnTo>
                    <a:pt x="206" y="128"/>
                  </a:lnTo>
                  <a:lnTo>
                    <a:pt x="198" y="150"/>
                  </a:lnTo>
                  <a:lnTo>
                    <a:pt x="186" y="169"/>
                  </a:lnTo>
                  <a:lnTo>
                    <a:pt x="170" y="186"/>
                  </a:lnTo>
                  <a:lnTo>
                    <a:pt x="151" y="198"/>
                  </a:lnTo>
                  <a:lnTo>
                    <a:pt x="128" y="205"/>
                  </a:lnTo>
                  <a:lnTo>
                    <a:pt x="105" y="208"/>
                  </a:lnTo>
                  <a:lnTo>
                    <a:pt x="81" y="205"/>
                  </a:lnTo>
                  <a:lnTo>
                    <a:pt x="59" y="198"/>
                  </a:lnTo>
                  <a:lnTo>
                    <a:pt x="39" y="186"/>
                  </a:lnTo>
                  <a:lnTo>
                    <a:pt x="24" y="169"/>
                  </a:lnTo>
                  <a:lnTo>
                    <a:pt x="11" y="150"/>
                  </a:lnTo>
                  <a:lnTo>
                    <a:pt x="3" y="128"/>
                  </a:lnTo>
                  <a:lnTo>
                    <a:pt x="0" y="104"/>
                  </a:lnTo>
                  <a:lnTo>
                    <a:pt x="3" y="80"/>
                  </a:lnTo>
                  <a:lnTo>
                    <a:pt x="11" y="58"/>
                  </a:lnTo>
                  <a:lnTo>
                    <a:pt x="24" y="39"/>
                  </a:lnTo>
                  <a:lnTo>
                    <a:pt x="39" y="23"/>
                  </a:lnTo>
                  <a:lnTo>
                    <a:pt x="59" y="10"/>
                  </a:lnTo>
                  <a:lnTo>
                    <a:pt x="81" y="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72">
              <a:extLst>
                <a:ext uri="{FF2B5EF4-FFF2-40B4-BE49-F238E27FC236}">
                  <a16:creationId xmlns:a16="http://schemas.microsoft.com/office/drawing/2014/main" id="{86502B70-95DB-7828-19AA-E1E970A074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975975" y="1949450"/>
              <a:ext cx="442913" cy="487363"/>
            </a:xfrm>
            <a:custGeom>
              <a:avLst/>
              <a:gdLst>
                <a:gd name="T0" fmla="*/ 2552 w 3074"/>
                <a:gd name="T1" fmla="*/ 2476 h 3374"/>
                <a:gd name="T2" fmla="*/ 2527 w 3074"/>
                <a:gd name="T3" fmla="*/ 2547 h 3374"/>
                <a:gd name="T4" fmla="*/ 2580 w 3074"/>
                <a:gd name="T5" fmla="*/ 2706 h 3374"/>
                <a:gd name="T6" fmla="*/ 2638 w 3074"/>
                <a:gd name="T7" fmla="*/ 2719 h 3374"/>
                <a:gd name="T8" fmla="*/ 2693 w 3074"/>
                <a:gd name="T9" fmla="*/ 2669 h 3374"/>
                <a:gd name="T10" fmla="*/ 2667 w 3074"/>
                <a:gd name="T11" fmla="*/ 2499 h 3374"/>
                <a:gd name="T12" fmla="*/ 2607 w 3074"/>
                <a:gd name="T13" fmla="*/ 2459 h 3374"/>
                <a:gd name="T14" fmla="*/ 1384 w 3074"/>
                <a:gd name="T15" fmla="*/ 1801 h 3374"/>
                <a:gd name="T16" fmla="*/ 1311 w 3074"/>
                <a:gd name="T17" fmla="*/ 1887 h 3374"/>
                <a:gd name="T18" fmla="*/ 1311 w 3074"/>
                <a:gd name="T19" fmla="*/ 2004 h 3374"/>
                <a:gd name="T20" fmla="*/ 1384 w 3074"/>
                <a:gd name="T21" fmla="*/ 2090 h 3374"/>
                <a:gd name="T22" fmla="*/ 1498 w 3074"/>
                <a:gd name="T23" fmla="*/ 2111 h 3374"/>
                <a:gd name="T24" fmla="*/ 1597 w 3074"/>
                <a:gd name="T25" fmla="*/ 2054 h 3374"/>
                <a:gd name="T26" fmla="*/ 1637 w 3074"/>
                <a:gd name="T27" fmla="*/ 1946 h 3374"/>
                <a:gd name="T28" fmla="*/ 1597 w 3074"/>
                <a:gd name="T29" fmla="*/ 1837 h 3374"/>
                <a:gd name="T30" fmla="*/ 1498 w 3074"/>
                <a:gd name="T31" fmla="*/ 1780 h 3374"/>
                <a:gd name="T32" fmla="*/ 2704 w 3074"/>
                <a:gd name="T33" fmla="*/ 1721 h 3374"/>
                <a:gd name="T34" fmla="*/ 2717 w 3074"/>
                <a:gd name="T35" fmla="*/ 0 h 3374"/>
                <a:gd name="T36" fmla="*/ 2842 w 3074"/>
                <a:gd name="T37" fmla="*/ 45 h 3374"/>
                <a:gd name="T38" fmla="*/ 2908 w 3074"/>
                <a:gd name="T39" fmla="*/ 160 h 3374"/>
                <a:gd name="T40" fmla="*/ 2898 w 3074"/>
                <a:gd name="T41" fmla="*/ 2058 h 3374"/>
                <a:gd name="T42" fmla="*/ 2815 w 3074"/>
                <a:gd name="T43" fmla="*/ 2158 h 3374"/>
                <a:gd name="T44" fmla="*/ 2305 w 3074"/>
                <a:gd name="T45" fmla="*/ 2185 h 3374"/>
                <a:gd name="T46" fmla="*/ 2360 w 3074"/>
                <a:gd name="T47" fmla="*/ 2235 h 3374"/>
                <a:gd name="T48" fmla="*/ 2438 w 3074"/>
                <a:gd name="T49" fmla="*/ 2235 h 3374"/>
                <a:gd name="T50" fmla="*/ 2564 w 3074"/>
                <a:gd name="T51" fmla="*/ 2246 h 3374"/>
                <a:gd name="T52" fmla="*/ 2626 w 3074"/>
                <a:gd name="T53" fmla="*/ 2281 h 3374"/>
                <a:gd name="T54" fmla="*/ 2710 w 3074"/>
                <a:gd name="T55" fmla="*/ 2309 h 3374"/>
                <a:gd name="T56" fmla="*/ 2868 w 3074"/>
                <a:gd name="T57" fmla="*/ 2384 h 3374"/>
                <a:gd name="T58" fmla="*/ 2976 w 3074"/>
                <a:gd name="T59" fmla="*/ 2522 h 3374"/>
                <a:gd name="T60" fmla="*/ 3073 w 3074"/>
                <a:gd name="T61" fmla="*/ 2960 h 3374"/>
                <a:gd name="T62" fmla="*/ 3048 w 3074"/>
                <a:gd name="T63" fmla="*/ 3128 h 3374"/>
                <a:gd name="T64" fmla="*/ 2956 w 3074"/>
                <a:gd name="T65" fmla="*/ 3267 h 3374"/>
                <a:gd name="T66" fmla="*/ 2810 w 3074"/>
                <a:gd name="T67" fmla="*/ 3354 h 3374"/>
                <a:gd name="T68" fmla="*/ 2657 w 3074"/>
                <a:gd name="T69" fmla="*/ 3372 h 3374"/>
                <a:gd name="T70" fmla="*/ 2489 w 3074"/>
                <a:gd name="T71" fmla="*/ 3314 h 3374"/>
                <a:gd name="T72" fmla="*/ 2366 w 3074"/>
                <a:gd name="T73" fmla="*/ 3190 h 3374"/>
                <a:gd name="T74" fmla="*/ 2255 w 3074"/>
                <a:gd name="T75" fmla="*/ 2758 h 3374"/>
                <a:gd name="T76" fmla="*/ 2260 w 3074"/>
                <a:gd name="T77" fmla="*/ 2586 h 3374"/>
                <a:gd name="T78" fmla="*/ 2336 w 3074"/>
                <a:gd name="T79" fmla="*/ 2438 h 3374"/>
                <a:gd name="T80" fmla="*/ 2439 w 3074"/>
                <a:gd name="T81" fmla="*/ 2350 h 3374"/>
                <a:gd name="T82" fmla="*/ 2324 w 3074"/>
                <a:gd name="T83" fmla="*/ 2354 h 3374"/>
                <a:gd name="T84" fmla="*/ 2212 w 3074"/>
                <a:gd name="T85" fmla="*/ 2295 h 3374"/>
                <a:gd name="T86" fmla="*/ 2163 w 3074"/>
                <a:gd name="T87" fmla="*/ 2205 h 3374"/>
                <a:gd name="T88" fmla="*/ 1749 w 3074"/>
                <a:gd name="T89" fmla="*/ 2185 h 3374"/>
                <a:gd name="T90" fmla="*/ 1747 w 3074"/>
                <a:gd name="T91" fmla="*/ 2212 h 3374"/>
                <a:gd name="T92" fmla="*/ 1747 w 3074"/>
                <a:gd name="T93" fmla="*/ 2279 h 3374"/>
                <a:gd name="T94" fmla="*/ 1762 w 3074"/>
                <a:gd name="T95" fmla="*/ 2370 h 3374"/>
                <a:gd name="T96" fmla="*/ 1801 w 3074"/>
                <a:gd name="T97" fmla="*/ 2461 h 3374"/>
                <a:gd name="T98" fmla="*/ 1878 w 3074"/>
                <a:gd name="T99" fmla="*/ 2536 h 3374"/>
                <a:gd name="T100" fmla="*/ 2002 w 3074"/>
                <a:gd name="T101" fmla="*/ 2575 h 3374"/>
                <a:gd name="T102" fmla="*/ 869 w 3074"/>
                <a:gd name="T103" fmla="*/ 2577 h 3374"/>
                <a:gd name="T104" fmla="*/ 1007 w 3074"/>
                <a:gd name="T105" fmla="*/ 2547 h 3374"/>
                <a:gd name="T106" fmla="*/ 1094 w 3074"/>
                <a:gd name="T107" fmla="*/ 2475 h 3374"/>
                <a:gd name="T108" fmla="*/ 1142 w 3074"/>
                <a:gd name="T109" fmla="*/ 2381 h 3374"/>
                <a:gd name="T110" fmla="*/ 1161 w 3074"/>
                <a:gd name="T111" fmla="*/ 2287 h 3374"/>
                <a:gd name="T112" fmla="*/ 1164 w 3074"/>
                <a:gd name="T113" fmla="*/ 2214 h 3374"/>
                <a:gd name="T114" fmla="*/ 1162 w 3074"/>
                <a:gd name="T115" fmla="*/ 2185 h 3374"/>
                <a:gd name="T116" fmla="*/ 96 w 3074"/>
                <a:gd name="T117" fmla="*/ 2158 h 3374"/>
                <a:gd name="T118" fmla="*/ 12 w 3074"/>
                <a:gd name="T119" fmla="*/ 2058 h 3374"/>
                <a:gd name="T120" fmla="*/ 3 w 3074"/>
                <a:gd name="T121" fmla="*/ 160 h 3374"/>
                <a:gd name="T122" fmla="*/ 69 w 3074"/>
                <a:gd name="T123" fmla="*/ 45 h 3374"/>
                <a:gd name="T124" fmla="*/ 194 w 3074"/>
                <a:gd name="T125" fmla="*/ 0 h 3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074" h="3374">
                  <a:moveTo>
                    <a:pt x="2607" y="2459"/>
                  </a:moveTo>
                  <a:lnTo>
                    <a:pt x="2586" y="2460"/>
                  </a:lnTo>
                  <a:lnTo>
                    <a:pt x="2567" y="2466"/>
                  </a:lnTo>
                  <a:lnTo>
                    <a:pt x="2552" y="2476"/>
                  </a:lnTo>
                  <a:lnTo>
                    <a:pt x="2538" y="2491"/>
                  </a:lnTo>
                  <a:lnTo>
                    <a:pt x="2530" y="2509"/>
                  </a:lnTo>
                  <a:lnTo>
                    <a:pt x="2526" y="2528"/>
                  </a:lnTo>
                  <a:lnTo>
                    <a:pt x="2527" y="2547"/>
                  </a:lnTo>
                  <a:lnTo>
                    <a:pt x="2551" y="2660"/>
                  </a:lnTo>
                  <a:lnTo>
                    <a:pt x="2557" y="2679"/>
                  </a:lnTo>
                  <a:lnTo>
                    <a:pt x="2567" y="2694"/>
                  </a:lnTo>
                  <a:lnTo>
                    <a:pt x="2580" y="2706"/>
                  </a:lnTo>
                  <a:lnTo>
                    <a:pt x="2597" y="2716"/>
                  </a:lnTo>
                  <a:lnTo>
                    <a:pt x="2616" y="2720"/>
                  </a:lnTo>
                  <a:lnTo>
                    <a:pt x="2616" y="2720"/>
                  </a:lnTo>
                  <a:lnTo>
                    <a:pt x="2638" y="2719"/>
                  </a:lnTo>
                  <a:lnTo>
                    <a:pt x="2655" y="2713"/>
                  </a:lnTo>
                  <a:lnTo>
                    <a:pt x="2672" y="2702"/>
                  </a:lnTo>
                  <a:lnTo>
                    <a:pt x="2684" y="2687"/>
                  </a:lnTo>
                  <a:lnTo>
                    <a:pt x="2693" y="2669"/>
                  </a:lnTo>
                  <a:lnTo>
                    <a:pt x="2696" y="2651"/>
                  </a:lnTo>
                  <a:lnTo>
                    <a:pt x="2695" y="2631"/>
                  </a:lnTo>
                  <a:lnTo>
                    <a:pt x="2673" y="2518"/>
                  </a:lnTo>
                  <a:lnTo>
                    <a:pt x="2667" y="2499"/>
                  </a:lnTo>
                  <a:lnTo>
                    <a:pt x="2656" y="2484"/>
                  </a:lnTo>
                  <a:lnTo>
                    <a:pt x="2642" y="2471"/>
                  </a:lnTo>
                  <a:lnTo>
                    <a:pt x="2626" y="2463"/>
                  </a:lnTo>
                  <a:lnTo>
                    <a:pt x="2607" y="2459"/>
                  </a:lnTo>
                  <a:close/>
                  <a:moveTo>
                    <a:pt x="1469" y="1777"/>
                  </a:moveTo>
                  <a:lnTo>
                    <a:pt x="1439" y="1780"/>
                  </a:lnTo>
                  <a:lnTo>
                    <a:pt x="1410" y="1788"/>
                  </a:lnTo>
                  <a:lnTo>
                    <a:pt x="1384" y="1801"/>
                  </a:lnTo>
                  <a:lnTo>
                    <a:pt x="1360" y="1817"/>
                  </a:lnTo>
                  <a:lnTo>
                    <a:pt x="1340" y="1837"/>
                  </a:lnTo>
                  <a:lnTo>
                    <a:pt x="1324" y="1860"/>
                  </a:lnTo>
                  <a:lnTo>
                    <a:pt x="1311" y="1887"/>
                  </a:lnTo>
                  <a:lnTo>
                    <a:pt x="1304" y="1915"/>
                  </a:lnTo>
                  <a:lnTo>
                    <a:pt x="1300" y="1946"/>
                  </a:lnTo>
                  <a:lnTo>
                    <a:pt x="1304" y="1975"/>
                  </a:lnTo>
                  <a:lnTo>
                    <a:pt x="1311" y="2004"/>
                  </a:lnTo>
                  <a:lnTo>
                    <a:pt x="1324" y="2031"/>
                  </a:lnTo>
                  <a:lnTo>
                    <a:pt x="1340" y="2053"/>
                  </a:lnTo>
                  <a:lnTo>
                    <a:pt x="1360" y="2074"/>
                  </a:lnTo>
                  <a:lnTo>
                    <a:pt x="1384" y="2090"/>
                  </a:lnTo>
                  <a:lnTo>
                    <a:pt x="1410" y="2104"/>
                  </a:lnTo>
                  <a:lnTo>
                    <a:pt x="1439" y="2111"/>
                  </a:lnTo>
                  <a:lnTo>
                    <a:pt x="1469" y="2114"/>
                  </a:lnTo>
                  <a:lnTo>
                    <a:pt x="1498" y="2111"/>
                  </a:lnTo>
                  <a:lnTo>
                    <a:pt x="1527" y="2104"/>
                  </a:lnTo>
                  <a:lnTo>
                    <a:pt x="1554" y="2090"/>
                  </a:lnTo>
                  <a:lnTo>
                    <a:pt x="1576" y="2074"/>
                  </a:lnTo>
                  <a:lnTo>
                    <a:pt x="1597" y="2054"/>
                  </a:lnTo>
                  <a:lnTo>
                    <a:pt x="1613" y="2031"/>
                  </a:lnTo>
                  <a:lnTo>
                    <a:pt x="1626" y="2004"/>
                  </a:lnTo>
                  <a:lnTo>
                    <a:pt x="1634" y="1975"/>
                  </a:lnTo>
                  <a:lnTo>
                    <a:pt x="1637" y="1946"/>
                  </a:lnTo>
                  <a:lnTo>
                    <a:pt x="1634" y="1915"/>
                  </a:lnTo>
                  <a:lnTo>
                    <a:pt x="1626" y="1887"/>
                  </a:lnTo>
                  <a:lnTo>
                    <a:pt x="1613" y="1860"/>
                  </a:lnTo>
                  <a:lnTo>
                    <a:pt x="1597" y="1837"/>
                  </a:lnTo>
                  <a:lnTo>
                    <a:pt x="1576" y="1817"/>
                  </a:lnTo>
                  <a:lnTo>
                    <a:pt x="1554" y="1801"/>
                  </a:lnTo>
                  <a:lnTo>
                    <a:pt x="1527" y="1788"/>
                  </a:lnTo>
                  <a:lnTo>
                    <a:pt x="1498" y="1780"/>
                  </a:lnTo>
                  <a:lnTo>
                    <a:pt x="1469" y="1777"/>
                  </a:lnTo>
                  <a:close/>
                  <a:moveTo>
                    <a:pt x="208" y="209"/>
                  </a:moveTo>
                  <a:lnTo>
                    <a:pt x="208" y="1721"/>
                  </a:lnTo>
                  <a:lnTo>
                    <a:pt x="2704" y="1721"/>
                  </a:lnTo>
                  <a:lnTo>
                    <a:pt x="2704" y="209"/>
                  </a:lnTo>
                  <a:lnTo>
                    <a:pt x="208" y="209"/>
                  </a:lnTo>
                  <a:close/>
                  <a:moveTo>
                    <a:pt x="194" y="0"/>
                  </a:moveTo>
                  <a:lnTo>
                    <a:pt x="2717" y="0"/>
                  </a:lnTo>
                  <a:lnTo>
                    <a:pt x="2752" y="3"/>
                  </a:lnTo>
                  <a:lnTo>
                    <a:pt x="2785" y="12"/>
                  </a:lnTo>
                  <a:lnTo>
                    <a:pt x="2815" y="27"/>
                  </a:lnTo>
                  <a:lnTo>
                    <a:pt x="2842" y="45"/>
                  </a:lnTo>
                  <a:lnTo>
                    <a:pt x="2866" y="69"/>
                  </a:lnTo>
                  <a:lnTo>
                    <a:pt x="2884" y="97"/>
                  </a:lnTo>
                  <a:lnTo>
                    <a:pt x="2898" y="127"/>
                  </a:lnTo>
                  <a:lnTo>
                    <a:pt x="2908" y="160"/>
                  </a:lnTo>
                  <a:lnTo>
                    <a:pt x="2911" y="195"/>
                  </a:lnTo>
                  <a:lnTo>
                    <a:pt x="2911" y="1990"/>
                  </a:lnTo>
                  <a:lnTo>
                    <a:pt x="2908" y="2025"/>
                  </a:lnTo>
                  <a:lnTo>
                    <a:pt x="2898" y="2058"/>
                  </a:lnTo>
                  <a:lnTo>
                    <a:pt x="2884" y="2088"/>
                  </a:lnTo>
                  <a:lnTo>
                    <a:pt x="2866" y="2115"/>
                  </a:lnTo>
                  <a:lnTo>
                    <a:pt x="2842" y="2139"/>
                  </a:lnTo>
                  <a:lnTo>
                    <a:pt x="2815" y="2158"/>
                  </a:lnTo>
                  <a:lnTo>
                    <a:pt x="2785" y="2173"/>
                  </a:lnTo>
                  <a:lnTo>
                    <a:pt x="2752" y="2182"/>
                  </a:lnTo>
                  <a:lnTo>
                    <a:pt x="2717" y="2185"/>
                  </a:lnTo>
                  <a:lnTo>
                    <a:pt x="2305" y="2185"/>
                  </a:lnTo>
                  <a:lnTo>
                    <a:pt x="2312" y="2199"/>
                  </a:lnTo>
                  <a:lnTo>
                    <a:pt x="2324" y="2214"/>
                  </a:lnTo>
                  <a:lnTo>
                    <a:pt x="2340" y="2226"/>
                  </a:lnTo>
                  <a:lnTo>
                    <a:pt x="2360" y="2235"/>
                  </a:lnTo>
                  <a:lnTo>
                    <a:pt x="2383" y="2239"/>
                  </a:lnTo>
                  <a:lnTo>
                    <a:pt x="2390" y="2240"/>
                  </a:lnTo>
                  <a:lnTo>
                    <a:pt x="2397" y="2239"/>
                  </a:lnTo>
                  <a:lnTo>
                    <a:pt x="2438" y="2235"/>
                  </a:lnTo>
                  <a:lnTo>
                    <a:pt x="2476" y="2234"/>
                  </a:lnTo>
                  <a:lnTo>
                    <a:pt x="2511" y="2236"/>
                  </a:lnTo>
                  <a:lnTo>
                    <a:pt x="2539" y="2240"/>
                  </a:lnTo>
                  <a:lnTo>
                    <a:pt x="2564" y="2246"/>
                  </a:lnTo>
                  <a:lnTo>
                    <a:pt x="2585" y="2254"/>
                  </a:lnTo>
                  <a:lnTo>
                    <a:pt x="2601" y="2262"/>
                  </a:lnTo>
                  <a:lnTo>
                    <a:pt x="2614" y="2272"/>
                  </a:lnTo>
                  <a:lnTo>
                    <a:pt x="2626" y="2281"/>
                  </a:lnTo>
                  <a:lnTo>
                    <a:pt x="2634" y="2291"/>
                  </a:lnTo>
                  <a:lnTo>
                    <a:pt x="2640" y="2301"/>
                  </a:lnTo>
                  <a:lnTo>
                    <a:pt x="2665" y="2302"/>
                  </a:lnTo>
                  <a:lnTo>
                    <a:pt x="2710" y="2309"/>
                  </a:lnTo>
                  <a:lnTo>
                    <a:pt x="2753" y="2320"/>
                  </a:lnTo>
                  <a:lnTo>
                    <a:pt x="2794" y="2338"/>
                  </a:lnTo>
                  <a:lnTo>
                    <a:pt x="2832" y="2359"/>
                  </a:lnTo>
                  <a:lnTo>
                    <a:pt x="2868" y="2384"/>
                  </a:lnTo>
                  <a:lnTo>
                    <a:pt x="2900" y="2414"/>
                  </a:lnTo>
                  <a:lnTo>
                    <a:pt x="2929" y="2447"/>
                  </a:lnTo>
                  <a:lnTo>
                    <a:pt x="2955" y="2483"/>
                  </a:lnTo>
                  <a:lnTo>
                    <a:pt x="2976" y="2522"/>
                  </a:lnTo>
                  <a:lnTo>
                    <a:pt x="2993" y="2563"/>
                  </a:lnTo>
                  <a:lnTo>
                    <a:pt x="3004" y="2607"/>
                  </a:lnTo>
                  <a:lnTo>
                    <a:pt x="3067" y="2916"/>
                  </a:lnTo>
                  <a:lnTo>
                    <a:pt x="3073" y="2960"/>
                  </a:lnTo>
                  <a:lnTo>
                    <a:pt x="3074" y="3003"/>
                  </a:lnTo>
                  <a:lnTo>
                    <a:pt x="3070" y="3046"/>
                  </a:lnTo>
                  <a:lnTo>
                    <a:pt x="3062" y="3088"/>
                  </a:lnTo>
                  <a:lnTo>
                    <a:pt x="3048" y="3128"/>
                  </a:lnTo>
                  <a:lnTo>
                    <a:pt x="3031" y="3166"/>
                  </a:lnTo>
                  <a:lnTo>
                    <a:pt x="3010" y="3202"/>
                  </a:lnTo>
                  <a:lnTo>
                    <a:pt x="2985" y="3236"/>
                  </a:lnTo>
                  <a:lnTo>
                    <a:pt x="2956" y="3267"/>
                  </a:lnTo>
                  <a:lnTo>
                    <a:pt x="2924" y="3295"/>
                  </a:lnTo>
                  <a:lnTo>
                    <a:pt x="2889" y="3318"/>
                  </a:lnTo>
                  <a:lnTo>
                    <a:pt x="2851" y="3339"/>
                  </a:lnTo>
                  <a:lnTo>
                    <a:pt x="2810" y="3354"/>
                  </a:lnTo>
                  <a:lnTo>
                    <a:pt x="2767" y="3366"/>
                  </a:lnTo>
                  <a:lnTo>
                    <a:pt x="2731" y="3372"/>
                  </a:lnTo>
                  <a:lnTo>
                    <a:pt x="2694" y="3374"/>
                  </a:lnTo>
                  <a:lnTo>
                    <a:pt x="2657" y="3372"/>
                  </a:lnTo>
                  <a:lnTo>
                    <a:pt x="2613" y="3365"/>
                  </a:lnTo>
                  <a:lnTo>
                    <a:pt x="2570" y="3353"/>
                  </a:lnTo>
                  <a:lnTo>
                    <a:pt x="2529" y="3336"/>
                  </a:lnTo>
                  <a:lnTo>
                    <a:pt x="2489" y="3314"/>
                  </a:lnTo>
                  <a:lnTo>
                    <a:pt x="2452" y="3289"/>
                  </a:lnTo>
                  <a:lnTo>
                    <a:pt x="2420" y="3259"/>
                  </a:lnTo>
                  <a:lnTo>
                    <a:pt x="2391" y="3226"/>
                  </a:lnTo>
                  <a:lnTo>
                    <a:pt x="2366" y="3190"/>
                  </a:lnTo>
                  <a:lnTo>
                    <a:pt x="2346" y="3151"/>
                  </a:lnTo>
                  <a:lnTo>
                    <a:pt x="2329" y="3110"/>
                  </a:lnTo>
                  <a:lnTo>
                    <a:pt x="2318" y="3067"/>
                  </a:lnTo>
                  <a:lnTo>
                    <a:pt x="2255" y="2758"/>
                  </a:lnTo>
                  <a:lnTo>
                    <a:pt x="2249" y="2707"/>
                  </a:lnTo>
                  <a:lnTo>
                    <a:pt x="2248" y="2658"/>
                  </a:lnTo>
                  <a:lnTo>
                    <a:pt x="2252" y="2623"/>
                  </a:lnTo>
                  <a:lnTo>
                    <a:pt x="2260" y="2586"/>
                  </a:lnTo>
                  <a:lnTo>
                    <a:pt x="2273" y="2547"/>
                  </a:lnTo>
                  <a:lnTo>
                    <a:pt x="2289" y="2510"/>
                  </a:lnTo>
                  <a:lnTo>
                    <a:pt x="2309" y="2476"/>
                  </a:lnTo>
                  <a:lnTo>
                    <a:pt x="2336" y="2438"/>
                  </a:lnTo>
                  <a:lnTo>
                    <a:pt x="2367" y="2405"/>
                  </a:lnTo>
                  <a:lnTo>
                    <a:pt x="2403" y="2376"/>
                  </a:lnTo>
                  <a:lnTo>
                    <a:pt x="2441" y="2350"/>
                  </a:lnTo>
                  <a:lnTo>
                    <a:pt x="2439" y="2350"/>
                  </a:lnTo>
                  <a:lnTo>
                    <a:pt x="2438" y="2350"/>
                  </a:lnTo>
                  <a:lnTo>
                    <a:pt x="2398" y="2356"/>
                  </a:lnTo>
                  <a:lnTo>
                    <a:pt x="2360" y="2357"/>
                  </a:lnTo>
                  <a:lnTo>
                    <a:pt x="2324" y="2354"/>
                  </a:lnTo>
                  <a:lnTo>
                    <a:pt x="2291" y="2346"/>
                  </a:lnTo>
                  <a:lnTo>
                    <a:pt x="2262" y="2334"/>
                  </a:lnTo>
                  <a:lnTo>
                    <a:pt x="2235" y="2316"/>
                  </a:lnTo>
                  <a:lnTo>
                    <a:pt x="2212" y="2295"/>
                  </a:lnTo>
                  <a:lnTo>
                    <a:pt x="2195" y="2273"/>
                  </a:lnTo>
                  <a:lnTo>
                    <a:pt x="2180" y="2250"/>
                  </a:lnTo>
                  <a:lnTo>
                    <a:pt x="2170" y="2227"/>
                  </a:lnTo>
                  <a:lnTo>
                    <a:pt x="2163" y="2205"/>
                  </a:lnTo>
                  <a:lnTo>
                    <a:pt x="2158" y="2187"/>
                  </a:lnTo>
                  <a:lnTo>
                    <a:pt x="2172" y="2185"/>
                  </a:lnTo>
                  <a:lnTo>
                    <a:pt x="2172" y="2185"/>
                  </a:lnTo>
                  <a:lnTo>
                    <a:pt x="1749" y="2185"/>
                  </a:lnTo>
                  <a:lnTo>
                    <a:pt x="1749" y="2187"/>
                  </a:lnTo>
                  <a:lnTo>
                    <a:pt x="1748" y="2192"/>
                  </a:lnTo>
                  <a:lnTo>
                    <a:pt x="1748" y="2200"/>
                  </a:lnTo>
                  <a:lnTo>
                    <a:pt x="1747" y="2212"/>
                  </a:lnTo>
                  <a:lnTo>
                    <a:pt x="1746" y="2226"/>
                  </a:lnTo>
                  <a:lnTo>
                    <a:pt x="1746" y="2242"/>
                  </a:lnTo>
                  <a:lnTo>
                    <a:pt x="1746" y="2260"/>
                  </a:lnTo>
                  <a:lnTo>
                    <a:pt x="1747" y="2279"/>
                  </a:lnTo>
                  <a:lnTo>
                    <a:pt x="1749" y="2301"/>
                  </a:lnTo>
                  <a:lnTo>
                    <a:pt x="1752" y="2323"/>
                  </a:lnTo>
                  <a:lnTo>
                    <a:pt x="1756" y="2346"/>
                  </a:lnTo>
                  <a:lnTo>
                    <a:pt x="1762" y="2370"/>
                  </a:lnTo>
                  <a:lnTo>
                    <a:pt x="1769" y="2392"/>
                  </a:lnTo>
                  <a:lnTo>
                    <a:pt x="1777" y="2416"/>
                  </a:lnTo>
                  <a:lnTo>
                    <a:pt x="1789" y="2438"/>
                  </a:lnTo>
                  <a:lnTo>
                    <a:pt x="1801" y="2461"/>
                  </a:lnTo>
                  <a:lnTo>
                    <a:pt x="1816" y="2483"/>
                  </a:lnTo>
                  <a:lnTo>
                    <a:pt x="1835" y="2502"/>
                  </a:lnTo>
                  <a:lnTo>
                    <a:pt x="1855" y="2520"/>
                  </a:lnTo>
                  <a:lnTo>
                    <a:pt x="1878" y="2536"/>
                  </a:lnTo>
                  <a:lnTo>
                    <a:pt x="1905" y="2550"/>
                  </a:lnTo>
                  <a:lnTo>
                    <a:pt x="1933" y="2562"/>
                  </a:lnTo>
                  <a:lnTo>
                    <a:pt x="1966" y="2570"/>
                  </a:lnTo>
                  <a:lnTo>
                    <a:pt x="2002" y="2575"/>
                  </a:lnTo>
                  <a:lnTo>
                    <a:pt x="2042" y="2577"/>
                  </a:lnTo>
                  <a:lnTo>
                    <a:pt x="2042" y="2773"/>
                  </a:lnTo>
                  <a:lnTo>
                    <a:pt x="869" y="2773"/>
                  </a:lnTo>
                  <a:lnTo>
                    <a:pt x="869" y="2577"/>
                  </a:lnTo>
                  <a:lnTo>
                    <a:pt x="909" y="2575"/>
                  </a:lnTo>
                  <a:lnTo>
                    <a:pt x="945" y="2569"/>
                  </a:lnTo>
                  <a:lnTo>
                    <a:pt x="977" y="2560"/>
                  </a:lnTo>
                  <a:lnTo>
                    <a:pt x="1007" y="2547"/>
                  </a:lnTo>
                  <a:lnTo>
                    <a:pt x="1033" y="2533"/>
                  </a:lnTo>
                  <a:lnTo>
                    <a:pt x="1056" y="2515"/>
                  </a:lnTo>
                  <a:lnTo>
                    <a:pt x="1076" y="2496"/>
                  </a:lnTo>
                  <a:lnTo>
                    <a:pt x="1094" y="2475"/>
                  </a:lnTo>
                  <a:lnTo>
                    <a:pt x="1109" y="2453"/>
                  </a:lnTo>
                  <a:lnTo>
                    <a:pt x="1122" y="2429"/>
                  </a:lnTo>
                  <a:lnTo>
                    <a:pt x="1132" y="2406"/>
                  </a:lnTo>
                  <a:lnTo>
                    <a:pt x="1142" y="2381"/>
                  </a:lnTo>
                  <a:lnTo>
                    <a:pt x="1149" y="2356"/>
                  </a:lnTo>
                  <a:lnTo>
                    <a:pt x="1154" y="2333"/>
                  </a:lnTo>
                  <a:lnTo>
                    <a:pt x="1158" y="2309"/>
                  </a:lnTo>
                  <a:lnTo>
                    <a:pt x="1161" y="2287"/>
                  </a:lnTo>
                  <a:lnTo>
                    <a:pt x="1162" y="2266"/>
                  </a:lnTo>
                  <a:lnTo>
                    <a:pt x="1163" y="2246"/>
                  </a:lnTo>
                  <a:lnTo>
                    <a:pt x="1164" y="2229"/>
                  </a:lnTo>
                  <a:lnTo>
                    <a:pt x="1164" y="2214"/>
                  </a:lnTo>
                  <a:lnTo>
                    <a:pt x="1163" y="2202"/>
                  </a:lnTo>
                  <a:lnTo>
                    <a:pt x="1163" y="2193"/>
                  </a:lnTo>
                  <a:lnTo>
                    <a:pt x="1162" y="2187"/>
                  </a:lnTo>
                  <a:lnTo>
                    <a:pt x="1162" y="2185"/>
                  </a:lnTo>
                  <a:lnTo>
                    <a:pt x="194" y="2185"/>
                  </a:lnTo>
                  <a:lnTo>
                    <a:pt x="159" y="2182"/>
                  </a:lnTo>
                  <a:lnTo>
                    <a:pt x="126" y="2173"/>
                  </a:lnTo>
                  <a:lnTo>
                    <a:pt x="96" y="2158"/>
                  </a:lnTo>
                  <a:lnTo>
                    <a:pt x="69" y="2139"/>
                  </a:lnTo>
                  <a:lnTo>
                    <a:pt x="46" y="2115"/>
                  </a:lnTo>
                  <a:lnTo>
                    <a:pt x="27" y="2088"/>
                  </a:lnTo>
                  <a:lnTo>
                    <a:pt x="12" y="2058"/>
                  </a:lnTo>
                  <a:lnTo>
                    <a:pt x="3" y="2025"/>
                  </a:lnTo>
                  <a:lnTo>
                    <a:pt x="0" y="1990"/>
                  </a:lnTo>
                  <a:lnTo>
                    <a:pt x="0" y="195"/>
                  </a:lnTo>
                  <a:lnTo>
                    <a:pt x="3" y="160"/>
                  </a:lnTo>
                  <a:lnTo>
                    <a:pt x="12" y="127"/>
                  </a:lnTo>
                  <a:lnTo>
                    <a:pt x="27" y="97"/>
                  </a:lnTo>
                  <a:lnTo>
                    <a:pt x="46" y="69"/>
                  </a:lnTo>
                  <a:lnTo>
                    <a:pt x="69" y="45"/>
                  </a:lnTo>
                  <a:lnTo>
                    <a:pt x="96" y="27"/>
                  </a:lnTo>
                  <a:lnTo>
                    <a:pt x="126" y="12"/>
                  </a:lnTo>
                  <a:lnTo>
                    <a:pt x="159" y="3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grpSp>
        <p:nvGrpSpPr>
          <p:cNvPr id="20" name="Group 170">
            <a:extLst>
              <a:ext uri="{FF2B5EF4-FFF2-40B4-BE49-F238E27FC236}">
                <a16:creationId xmlns:a16="http://schemas.microsoft.com/office/drawing/2014/main" id="{491BF332-93D9-0EC0-6EF7-69964E32A43B}"/>
              </a:ext>
            </a:extLst>
          </p:cNvPr>
          <p:cNvGrpSpPr/>
          <p:nvPr/>
        </p:nvGrpSpPr>
        <p:grpSpPr>
          <a:xfrm>
            <a:off x="6395293" y="5195986"/>
            <a:ext cx="679690" cy="611982"/>
            <a:chOff x="739775" y="2735263"/>
            <a:chExt cx="457201" cy="461962"/>
          </a:xfrm>
          <a:solidFill>
            <a:srgbClr val="000000"/>
          </a:solidFill>
        </p:grpSpPr>
        <p:sp>
          <p:nvSpPr>
            <p:cNvPr id="21" name="Freeform 88">
              <a:extLst>
                <a:ext uri="{FF2B5EF4-FFF2-40B4-BE49-F238E27FC236}">
                  <a16:creationId xmlns:a16="http://schemas.microsoft.com/office/drawing/2014/main" id="{552D27C6-B099-05A6-FAA0-56FBCDE2A3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0100" y="2735263"/>
              <a:ext cx="336550" cy="192088"/>
            </a:xfrm>
            <a:custGeom>
              <a:avLst/>
              <a:gdLst>
                <a:gd name="T0" fmla="*/ 634 w 2548"/>
                <a:gd name="T1" fmla="*/ 1265 h 1458"/>
                <a:gd name="T2" fmla="*/ 1914 w 2548"/>
                <a:gd name="T3" fmla="*/ 899 h 1458"/>
                <a:gd name="T4" fmla="*/ 1914 w 2548"/>
                <a:gd name="T5" fmla="*/ 567 h 1458"/>
                <a:gd name="T6" fmla="*/ 1340 w 2548"/>
                <a:gd name="T7" fmla="*/ 0 h 1458"/>
                <a:gd name="T8" fmla="*/ 1468 w 2548"/>
                <a:gd name="T9" fmla="*/ 13 h 1458"/>
                <a:gd name="T10" fmla="*/ 1587 w 2548"/>
                <a:gd name="T11" fmla="*/ 47 h 1458"/>
                <a:gd name="T12" fmla="*/ 1696 w 2548"/>
                <a:gd name="T13" fmla="*/ 103 h 1458"/>
                <a:gd name="T14" fmla="*/ 1792 w 2548"/>
                <a:gd name="T15" fmla="*/ 175 h 1458"/>
                <a:gd name="T16" fmla="*/ 1873 w 2548"/>
                <a:gd name="T17" fmla="*/ 264 h 1458"/>
                <a:gd name="T18" fmla="*/ 1939 w 2548"/>
                <a:gd name="T19" fmla="*/ 367 h 1458"/>
                <a:gd name="T20" fmla="*/ 1988 w 2548"/>
                <a:gd name="T21" fmla="*/ 420 h 1458"/>
                <a:gd name="T22" fmla="*/ 2068 w 2548"/>
                <a:gd name="T23" fmla="*/ 422 h 1458"/>
                <a:gd name="T24" fmla="*/ 2174 w 2548"/>
                <a:gd name="T25" fmla="*/ 446 h 1458"/>
                <a:gd name="T26" fmla="*/ 2272 w 2548"/>
                <a:gd name="T27" fmla="*/ 488 h 1458"/>
                <a:gd name="T28" fmla="*/ 2359 w 2548"/>
                <a:gd name="T29" fmla="*/ 549 h 1458"/>
                <a:gd name="T30" fmla="*/ 2434 w 2548"/>
                <a:gd name="T31" fmla="*/ 626 h 1458"/>
                <a:gd name="T32" fmla="*/ 2491 w 2548"/>
                <a:gd name="T33" fmla="*/ 715 h 1458"/>
                <a:gd name="T34" fmla="*/ 2531 w 2548"/>
                <a:gd name="T35" fmla="*/ 815 h 1458"/>
                <a:gd name="T36" fmla="*/ 2548 w 2548"/>
                <a:gd name="T37" fmla="*/ 923 h 1458"/>
                <a:gd name="T38" fmla="*/ 2545 w 2548"/>
                <a:gd name="T39" fmla="*/ 1006 h 1458"/>
                <a:gd name="T40" fmla="*/ 2533 w 2548"/>
                <a:gd name="T41" fmla="*/ 1089 h 1458"/>
                <a:gd name="T42" fmla="*/ 2508 w 2548"/>
                <a:gd name="T43" fmla="*/ 1170 h 1458"/>
                <a:gd name="T44" fmla="*/ 2472 w 2548"/>
                <a:gd name="T45" fmla="*/ 1247 h 1458"/>
                <a:gd name="T46" fmla="*/ 2425 w 2548"/>
                <a:gd name="T47" fmla="*/ 1315 h 1458"/>
                <a:gd name="T48" fmla="*/ 2367 w 2548"/>
                <a:gd name="T49" fmla="*/ 1373 h 1458"/>
                <a:gd name="T50" fmla="*/ 2298 w 2548"/>
                <a:gd name="T51" fmla="*/ 1419 h 1458"/>
                <a:gd name="T52" fmla="*/ 2217 w 2548"/>
                <a:gd name="T53" fmla="*/ 1447 h 1458"/>
                <a:gd name="T54" fmla="*/ 2125 w 2548"/>
                <a:gd name="T55" fmla="*/ 1458 h 1458"/>
                <a:gd name="T56" fmla="*/ 535 w 2548"/>
                <a:gd name="T57" fmla="*/ 1457 h 1458"/>
                <a:gd name="T58" fmla="*/ 519 w 2548"/>
                <a:gd name="T59" fmla="*/ 1457 h 1458"/>
                <a:gd name="T60" fmla="*/ 491 w 2548"/>
                <a:gd name="T61" fmla="*/ 1454 h 1458"/>
                <a:gd name="T62" fmla="*/ 453 w 2548"/>
                <a:gd name="T63" fmla="*/ 1447 h 1458"/>
                <a:gd name="T64" fmla="*/ 406 w 2548"/>
                <a:gd name="T65" fmla="*/ 1437 h 1458"/>
                <a:gd name="T66" fmla="*/ 353 w 2548"/>
                <a:gd name="T67" fmla="*/ 1421 h 1458"/>
                <a:gd name="T68" fmla="*/ 297 w 2548"/>
                <a:gd name="T69" fmla="*/ 1397 h 1458"/>
                <a:gd name="T70" fmla="*/ 239 w 2548"/>
                <a:gd name="T71" fmla="*/ 1366 h 1458"/>
                <a:gd name="T72" fmla="*/ 183 w 2548"/>
                <a:gd name="T73" fmla="*/ 1326 h 1458"/>
                <a:gd name="T74" fmla="*/ 131 w 2548"/>
                <a:gd name="T75" fmla="*/ 1275 h 1458"/>
                <a:gd name="T76" fmla="*/ 84 w 2548"/>
                <a:gd name="T77" fmla="*/ 1212 h 1458"/>
                <a:gd name="T78" fmla="*/ 45 w 2548"/>
                <a:gd name="T79" fmla="*/ 1136 h 1458"/>
                <a:gd name="T80" fmla="*/ 17 w 2548"/>
                <a:gd name="T81" fmla="*/ 1047 h 1458"/>
                <a:gd name="T82" fmla="*/ 2 w 2548"/>
                <a:gd name="T83" fmla="*/ 942 h 1458"/>
                <a:gd name="T84" fmla="*/ 3 w 2548"/>
                <a:gd name="T85" fmla="*/ 823 h 1458"/>
                <a:gd name="T86" fmla="*/ 27 w 2548"/>
                <a:gd name="T87" fmla="*/ 708 h 1458"/>
                <a:gd name="T88" fmla="*/ 70 w 2548"/>
                <a:gd name="T89" fmla="*/ 602 h 1458"/>
                <a:gd name="T90" fmla="*/ 134 w 2548"/>
                <a:gd name="T91" fmla="*/ 509 h 1458"/>
                <a:gd name="T92" fmla="*/ 214 w 2548"/>
                <a:gd name="T93" fmla="*/ 430 h 1458"/>
                <a:gd name="T94" fmla="*/ 307 w 2548"/>
                <a:gd name="T95" fmla="*/ 366 h 1458"/>
                <a:gd name="T96" fmla="*/ 413 w 2548"/>
                <a:gd name="T97" fmla="*/ 321 h 1458"/>
                <a:gd name="T98" fmla="*/ 527 w 2548"/>
                <a:gd name="T99" fmla="*/ 298 h 1458"/>
                <a:gd name="T100" fmla="*/ 649 w 2548"/>
                <a:gd name="T101" fmla="*/ 299 h 1458"/>
                <a:gd name="T102" fmla="*/ 767 w 2548"/>
                <a:gd name="T103" fmla="*/ 323 h 1458"/>
                <a:gd name="T104" fmla="*/ 840 w 2548"/>
                <a:gd name="T105" fmla="*/ 225 h 1458"/>
                <a:gd name="T106" fmla="*/ 930 w 2548"/>
                <a:gd name="T107" fmla="*/ 141 h 1458"/>
                <a:gd name="T108" fmla="*/ 1034 w 2548"/>
                <a:gd name="T109" fmla="*/ 75 h 1458"/>
                <a:gd name="T110" fmla="*/ 1150 w 2548"/>
                <a:gd name="T111" fmla="*/ 28 h 1458"/>
                <a:gd name="T112" fmla="*/ 1275 w 2548"/>
                <a:gd name="T113" fmla="*/ 4 h 1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548" h="1458">
                  <a:moveTo>
                    <a:pt x="634" y="567"/>
                  </a:moveTo>
                  <a:lnTo>
                    <a:pt x="634" y="1265"/>
                  </a:lnTo>
                  <a:lnTo>
                    <a:pt x="1914" y="1265"/>
                  </a:lnTo>
                  <a:lnTo>
                    <a:pt x="1914" y="899"/>
                  </a:lnTo>
                  <a:lnTo>
                    <a:pt x="1914" y="899"/>
                  </a:lnTo>
                  <a:lnTo>
                    <a:pt x="1914" y="567"/>
                  </a:lnTo>
                  <a:lnTo>
                    <a:pt x="634" y="567"/>
                  </a:lnTo>
                  <a:close/>
                  <a:moveTo>
                    <a:pt x="1340" y="0"/>
                  </a:moveTo>
                  <a:lnTo>
                    <a:pt x="1405" y="4"/>
                  </a:lnTo>
                  <a:lnTo>
                    <a:pt x="1468" y="13"/>
                  </a:lnTo>
                  <a:lnTo>
                    <a:pt x="1529" y="27"/>
                  </a:lnTo>
                  <a:lnTo>
                    <a:pt x="1587" y="47"/>
                  </a:lnTo>
                  <a:lnTo>
                    <a:pt x="1642" y="73"/>
                  </a:lnTo>
                  <a:lnTo>
                    <a:pt x="1696" y="103"/>
                  </a:lnTo>
                  <a:lnTo>
                    <a:pt x="1746" y="137"/>
                  </a:lnTo>
                  <a:lnTo>
                    <a:pt x="1792" y="175"/>
                  </a:lnTo>
                  <a:lnTo>
                    <a:pt x="1835" y="218"/>
                  </a:lnTo>
                  <a:lnTo>
                    <a:pt x="1873" y="264"/>
                  </a:lnTo>
                  <a:lnTo>
                    <a:pt x="1908" y="314"/>
                  </a:lnTo>
                  <a:lnTo>
                    <a:pt x="1939" y="367"/>
                  </a:lnTo>
                  <a:lnTo>
                    <a:pt x="1965" y="422"/>
                  </a:lnTo>
                  <a:lnTo>
                    <a:pt x="1988" y="420"/>
                  </a:lnTo>
                  <a:lnTo>
                    <a:pt x="2014" y="419"/>
                  </a:lnTo>
                  <a:lnTo>
                    <a:pt x="2068" y="422"/>
                  </a:lnTo>
                  <a:lnTo>
                    <a:pt x="2122" y="431"/>
                  </a:lnTo>
                  <a:lnTo>
                    <a:pt x="2174" y="446"/>
                  </a:lnTo>
                  <a:lnTo>
                    <a:pt x="2224" y="465"/>
                  </a:lnTo>
                  <a:lnTo>
                    <a:pt x="2272" y="488"/>
                  </a:lnTo>
                  <a:lnTo>
                    <a:pt x="2318" y="517"/>
                  </a:lnTo>
                  <a:lnTo>
                    <a:pt x="2359" y="549"/>
                  </a:lnTo>
                  <a:lnTo>
                    <a:pt x="2399" y="586"/>
                  </a:lnTo>
                  <a:lnTo>
                    <a:pt x="2434" y="626"/>
                  </a:lnTo>
                  <a:lnTo>
                    <a:pt x="2465" y="669"/>
                  </a:lnTo>
                  <a:lnTo>
                    <a:pt x="2491" y="715"/>
                  </a:lnTo>
                  <a:lnTo>
                    <a:pt x="2514" y="764"/>
                  </a:lnTo>
                  <a:lnTo>
                    <a:pt x="2531" y="815"/>
                  </a:lnTo>
                  <a:lnTo>
                    <a:pt x="2542" y="869"/>
                  </a:lnTo>
                  <a:lnTo>
                    <a:pt x="2548" y="923"/>
                  </a:lnTo>
                  <a:lnTo>
                    <a:pt x="2548" y="965"/>
                  </a:lnTo>
                  <a:lnTo>
                    <a:pt x="2545" y="1006"/>
                  </a:lnTo>
                  <a:lnTo>
                    <a:pt x="2540" y="1048"/>
                  </a:lnTo>
                  <a:lnTo>
                    <a:pt x="2533" y="1089"/>
                  </a:lnTo>
                  <a:lnTo>
                    <a:pt x="2522" y="1130"/>
                  </a:lnTo>
                  <a:lnTo>
                    <a:pt x="2508" y="1170"/>
                  </a:lnTo>
                  <a:lnTo>
                    <a:pt x="2491" y="1209"/>
                  </a:lnTo>
                  <a:lnTo>
                    <a:pt x="2472" y="1247"/>
                  </a:lnTo>
                  <a:lnTo>
                    <a:pt x="2451" y="1282"/>
                  </a:lnTo>
                  <a:lnTo>
                    <a:pt x="2425" y="1315"/>
                  </a:lnTo>
                  <a:lnTo>
                    <a:pt x="2398" y="1346"/>
                  </a:lnTo>
                  <a:lnTo>
                    <a:pt x="2367" y="1373"/>
                  </a:lnTo>
                  <a:lnTo>
                    <a:pt x="2334" y="1397"/>
                  </a:lnTo>
                  <a:lnTo>
                    <a:pt x="2298" y="1419"/>
                  </a:lnTo>
                  <a:lnTo>
                    <a:pt x="2259" y="1434"/>
                  </a:lnTo>
                  <a:lnTo>
                    <a:pt x="2217" y="1447"/>
                  </a:lnTo>
                  <a:lnTo>
                    <a:pt x="2172" y="1455"/>
                  </a:lnTo>
                  <a:lnTo>
                    <a:pt x="2125" y="1458"/>
                  </a:lnTo>
                  <a:lnTo>
                    <a:pt x="536" y="1458"/>
                  </a:lnTo>
                  <a:lnTo>
                    <a:pt x="535" y="1457"/>
                  </a:lnTo>
                  <a:lnTo>
                    <a:pt x="529" y="1457"/>
                  </a:lnTo>
                  <a:lnTo>
                    <a:pt x="519" y="1457"/>
                  </a:lnTo>
                  <a:lnTo>
                    <a:pt x="506" y="1456"/>
                  </a:lnTo>
                  <a:lnTo>
                    <a:pt x="491" y="1454"/>
                  </a:lnTo>
                  <a:lnTo>
                    <a:pt x="473" y="1450"/>
                  </a:lnTo>
                  <a:lnTo>
                    <a:pt x="453" y="1447"/>
                  </a:lnTo>
                  <a:lnTo>
                    <a:pt x="430" y="1443"/>
                  </a:lnTo>
                  <a:lnTo>
                    <a:pt x="406" y="1437"/>
                  </a:lnTo>
                  <a:lnTo>
                    <a:pt x="380" y="1429"/>
                  </a:lnTo>
                  <a:lnTo>
                    <a:pt x="353" y="1421"/>
                  </a:lnTo>
                  <a:lnTo>
                    <a:pt x="326" y="1410"/>
                  </a:lnTo>
                  <a:lnTo>
                    <a:pt x="297" y="1397"/>
                  </a:lnTo>
                  <a:lnTo>
                    <a:pt x="268" y="1383"/>
                  </a:lnTo>
                  <a:lnTo>
                    <a:pt x="239" y="1366"/>
                  </a:lnTo>
                  <a:lnTo>
                    <a:pt x="211" y="1347"/>
                  </a:lnTo>
                  <a:lnTo>
                    <a:pt x="183" y="1326"/>
                  </a:lnTo>
                  <a:lnTo>
                    <a:pt x="156" y="1301"/>
                  </a:lnTo>
                  <a:lnTo>
                    <a:pt x="131" y="1275"/>
                  </a:lnTo>
                  <a:lnTo>
                    <a:pt x="106" y="1245"/>
                  </a:lnTo>
                  <a:lnTo>
                    <a:pt x="84" y="1212"/>
                  </a:lnTo>
                  <a:lnTo>
                    <a:pt x="63" y="1176"/>
                  </a:lnTo>
                  <a:lnTo>
                    <a:pt x="45" y="1136"/>
                  </a:lnTo>
                  <a:lnTo>
                    <a:pt x="30" y="1094"/>
                  </a:lnTo>
                  <a:lnTo>
                    <a:pt x="17" y="1047"/>
                  </a:lnTo>
                  <a:lnTo>
                    <a:pt x="7" y="997"/>
                  </a:lnTo>
                  <a:lnTo>
                    <a:pt x="2" y="942"/>
                  </a:lnTo>
                  <a:lnTo>
                    <a:pt x="0" y="884"/>
                  </a:lnTo>
                  <a:lnTo>
                    <a:pt x="3" y="823"/>
                  </a:lnTo>
                  <a:lnTo>
                    <a:pt x="12" y="764"/>
                  </a:lnTo>
                  <a:lnTo>
                    <a:pt x="27" y="708"/>
                  </a:lnTo>
                  <a:lnTo>
                    <a:pt x="46" y="655"/>
                  </a:lnTo>
                  <a:lnTo>
                    <a:pt x="70" y="602"/>
                  </a:lnTo>
                  <a:lnTo>
                    <a:pt x="100" y="554"/>
                  </a:lnTo>
                  <a:lnTo>
                    <a:pt x="134" y="509"/>
                  </a:lnTo>
                  <a:lnTo>
                    <a:pt x="171" y="467"/>
                  </a:lnTo>
                  <a:lnTo>
                    <a:pt x="214" y="430"/>
                  </a:lnTo>
                  <a:lnTo>
                    <a:pt x="258" y="396"/>
                  </a:lnTo>
                  <a:lnTo>
                    <a:pt x="307" y="366"/>
                  </a:lnTo>
                  <a:lnTo>
                    <a:pt x="358" y="341"/>
                  </a:lnTo>
                  <a:lnTo>
                    <a:pt x="413" y="321"/>
                  </a:lnTo>
                  <a:lnTo>
                    <a:pt x="468" y="307"/>
                  </a:lnTo>
                  <a:lnTo>
                    <a:pt x="527" y="298"/>
                  </a:lnTo>
                  <a:lnTo>
                    <a:pt x="587" y="296"/>
                  </a:lnTo>
                  <a:lnTo>
                    <a:pt x="649" y="299"/>
                  </a:lnTo>
                  <a:lnTo>
                    <a:pt x="710" y="308"/>
                  </a:lnTo>
                  <a:lnTo>
                    <a:pt x="767" y="323"/>
                  </a:lnTo>
                  <a:lnTo>
                    <a:pt x="801" y="272"/>
                  </a:lnTo>
                  <a:lnTo>
                    <a:pt x="840" y="225"/>
                  </a:lnTo>
                  <a:lnTo>
                    <a:pt x="883" y="182"/>
                  </a:lnTo>
                  <a:lnTo>
                    <a:pt x="930" y="141"/>
                  </a:lnTo>
                  <a:lnTo>
                    <a:pt x="981" y="106"/>
                  </a:lnTo>
                  <a:lnTo>
                    <a:pt x="1034" y="75"/>
                  </a:lnTo>
                  <a:lnTo>
                    <a:pt x="1090" y="49"/>
                  </a:lnTo>
                  <a:lnTo>
                    <a:pt x="1150" y="28"/>
                  </a:lnTo>
                  <a:lnTo>
                    <a:pt x="1212" y="13"/>
                  </a:lnTo>
                  <a:lnTo>
                    <a:pt x="1275" y="4"/>
                  </a:lnTo>
                  <a:lnTo>
                    <a:pt x="134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2" name="Freeform 89">
              <a:extLst>
                <a:ext uri="{FF2B5EF4-FFF2-40B4-BE49-F238E27FC236}">
                  <a16:creationId xmlns:a16="http://schemas.microsoft.com/office/drawing/2014/main" id="{71D21B95-B9C9-0A0A-3C67-0C984A4201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90588" y="2828925"/>
              <a:ext cx="150813" cy="66675"/>
            </a:xfrm>
            <a:custGeom>
              <a:avLst/>
              <a:gdLst>
                <a:gd name="T0" fmla="*/ 561 w 1140"/>
                <a:gd name="T1" fmla="*/ 251 h 509"/>
                <a:gd name="T2" fmla="*/ 589 w 1140"/>
                <a:gd name="T3" fmla="*/ 244 h 509"/>
                <a:gd name="T4" fmla="*/ 608 w 1140"/>
                <a:gd name="T5" fmla="*/ 251 h 509"/>
                <a:gd name="T6" fmla="*/ 849 w 1140"/>
                <a:gd name="T7" fmla="*/ 95 h 509"/>
                <a:gd name="T8" fmla="*/ 624 w 1140"/>
                <a:gd name="T9" fmla="*/ 269 h 509"/>
                <a:gd name="T10" fmla="*/ 630 w 1140"/>
                <a:gd name="T11" fmla="*/ 291 h 509"/>
                <a:gd name="T12" fmla="*/ 619 w 1140"/>
                <a:gd name="T13" fmla="*/ 314 h 509"/>
                <a:gd name="T14" fmla="*/ 588 w 1140"/>
                <a:gd name="T15" fmla="*/ 337 h 509"/>
                <a:gd name="T16" fmla="*/ 561 w 1140"/>
                <a:gd name="T17" fmla="*/ 364 h 509"/>
                <a:gd name="T18" fmla="*/ 1108 w 1140"/>
                <a:gd name="T19" fmla="*/ 32 h 509"/>
                <a:gd name="T20" fmla="*/ 545 w 1140"/>
                <a:gd name="T21" fmla="*/ 0 h 509"/>
                <a:gd name="T22" fmla="*/ 1129 w 1140"/>
                <a:gd name="T23" fmla="*/ 1 h 509"/>
                <a:gd name="T24" fmla="*/ 1137 w 1140"/>
                <a:gd name="T25" fmla="*/ 7 h 509"/>
                <a:gd name="T26" fmla="*/ 1140 w 1140"/>
                <a:gd name="T27" fmla="*/ 16 h 509"/>
                <a:gd name="T28" fmla="*/ 1139 w 1140"/>
                <a:gd name="T29" fmla="*/ 385 h 509"/>
                <a:gd name="T30" fmla="*/ 1133 w 1140"/>
                <a:gd name="T31" fmla="*/ 392 h 509"/>
                <a:gd name="T32" fmla="*/ 1124 w 1140"/>
                <a:gd name="T33" fmla="*/ 395 h 509"/>
                <a:gd name="T34" fmla="*/ 540 w 1140"/>
                <a:gd name="T35" fmla="*/ 394 h 509"/>
                <a:gd name="T36" fmla="*/ 532 w 1140"/>
                <a:gd name="T37" fmla="*/ 389 h 509"/>
                <a:gd name="T38" fmla="*/ 529 w 1140"/>
                <a:gd name="T39" fmla="*/ 379 h 509"/>
                <a:gd name="T40" fmla="*/ 471 w 1140"/>
                <a:gd name="T41" fmla="*/ 416 h 509"/>
                <a:gd name="T42" fmla="*/ 462 w 1140"/>
                <a:gd name="T43" fmla="*/ 419 h 509"/>
                <a:gd name="T44" fmla="*/ 437 w 1140"/>
                <a:gd name="T45" fmla="*/ 418 h 509"/>
                <a:gd name="T46" fmla="*/ 416 w 1140"/>
                <a:gd name="T47" fmla="*/ 402 h 509"/>
                <a:gd name="T48" fmla="*/ 407 w 1140"/>
                <a:gd name="T49" fmla="*/ 376 h 509"/>
                <a:gd name="T50" fmla="*/ 378 w 1140"/>
                <a:gd name="T51" fmla="*/ 297 h 509"/>
                <a:gd name="T52" fmla="*/ 113 w 1140"/>
                <a:gd name="T53" fmla="*/ 509 h 509"/>
                <a:gd name="T54" fmla="*/ 85 w 1140"/>
                <a:gd name="T55" fmla="*/ 299 h 509"/>
                <a:gd name="T56" fmla="*/ 0 w 1140"/>
                <a:gd name="T57" fmla="*/ 509 h 509"/>
                <a:gd name="T58" fmla="*/ 1 w 1140"/>
                <a:gd name="T59" fmla="*/ 263 h 509"/>
                <a:gd name="T60" fmla="*/ 11 w 1140"/>
                <a:gd name="T61" fmla="*/ 231 h 509"/>
                <a:gd name="T62" fmla="*/ 32 w 1140"/>
                <a:gd name="T63" fmla="*/ 203 h 509"/>
                <a:gd name="T64" fmla="*/ 65 w 1140"/>
                <a:gd name="T65" fmla="*/ 180 h 509"/>
                <a:gd name="T66" fmla="*/ 113 w 1140"/>
                <a:gd name="T67" fmla="*/ 166 h 509"/>
                <a:gd name="T68" fmla="*/ 197 w 1140"/>
                <a:gd name="T69" fmla="*/ 165 h 509"/>
                <a:gd name="T70" fmla="*/ 295 w 1140"/>
                <a:gd name="T71" fmla="*/ 165 h 509"/>
                <a:gd name="T72" fmla="*/ 382 w 1140"/>
                <a:gd name="T73" fmla="*/ 166 h 509"/>
                <a:gd name="T74" fmla="*/ 431 w 1140"/>
                <a:gd name="T75" fmla="*/ 180 h 509"/>
                <a:gd name="T76" fmla="*/ 467 w 1140"/>
                <a:gd name="T77" fmla="*/ 205 h 509"/>
                <a:gd name="T78" fmla="*/ 488 w 1140"/>
                <a:gd name="T79" fmla="*/ 239 h 509"/>
                <a:gd name="T80" fmla="*/ 496 w 1140"/>
                <a:gd name="T81" fmla="*/ 279 h 509"/>
                <a:gd name="T82" fmla="*/ 529 w 1140"/>
                <a:gd name="T83" fmla="*/ 271 h 509"/>
                <a:gd name="T84" fmla="*/ 530 w 1140"/>
                <a:gd name="T85" fmla="*/ 11 h 509"/>
                <a:gd name="T86" fmla="*/ 535 w 1140"/>
                <a:gd name="T87" fmla="*/ 3 h 509"/>
                <a:gd name="T88" fmla="*/ 545 w 1140"/>
                <a:gd name="T89" fmla="*/ 0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40" h="509">
                  <a:moveTo>
                    <a:pt x="561" y="32"/>
                  </a:moveTo>
                  <a:lnTo>
                    <a:pt x="561" y="251"/>
                  </a:lnTo>
                  <a:lnTo>
                    <a:pt x="577" y="245"/>
                  </a:lnTo>
                  <a:lnTo>
                    <a:pt x="589" y="244"/>
                  </a:lnTo>
                  <a:lnTo>
                    <a:pt x="600" y="246"/>
                  </a:lnTo>
                  <a:lnTo>
                    <a:pt x="608" y="251"/>
                  </a:lnTo>
                  <a:lnTo>
                    <a:pt x="615" y="255"/>
                  </a:lnTo>
                  <a:lnTo>
                    <a:pt x="849" y="95"/>
                  </a:lnTo>
                  <a:lnTo>
                    <a:pt x="857" y="106"/>
                  </a:lnTo>
                  <a:lnTo>
                    <a:pt x="624" y="269"/>
                  </a:lnTo>
                  <a:lnTo>
                    <a:pt x="629" y="279"/>
                  </a:lnTo>
                  <a:lnTo>
                    <a:pt x="630" y="291"/>
                  </a:lnTo>
                  <a:lnTo>
                    <a:pt x="627" y="303"/>
                  </a:lnTo>
                  <a:lnTo>
                    <a:pt x="619" y="314"/>
                  </a:lnTo>
                  <a:lnTo>
                    <a:pt x="607" y="324"/>
                  </a:lnTo>
                  <a:lnTo>
                    <a:pt x="588" y="337"/>
                  </a:lnTo>
                  <a:lnTo>
                    <a:pt x="561" y="355"/>
                  </a:lnTo>
                  <a:lnTo>
                    <a:pt x="561" y="364"/>
                  </a:lnTo>
                  <a:lnTo>
                    <a:pt x="1108" y="364"/>
                  </a:lnTo>
                  <a:lnTo>
                    <a:pt x="1108" y="32"/>
                  </a:lnTo>
                  <a:lnTo>
                    <a:pt x="561" y="32"/>
                  </a:lnTo>
                  <a:close/>
                  <a:moveTo>
                    <a:pt x="545" y="0"/>
                  </a:moveTo>
                  <a:lnTo>
                    <a:pt x="1124" y="0"/>
                  </a:lnTo>
                  <a:lnTo>
                    <a:pt x="1129" y="1"/>
                  </a:lnTo>
                  <a:lnTo>
                    <a:pt x="1133" y="3"/>
                  </a:lnTo>
                  <a:lnTo>
                    <a:pt x="1137" y="7"/>
                  </a:lnTo>
                  <a:lnTo>
                    <a:pt x="1139" y="11"/>
                  </a:lnTo>
                  <a:lnTo>
                    <a:pt x="1140" y="16"/>
                  </a:lnTo>
                  <a:lnTo>
                    <a:pt x="1140" y="379"/>
                  </a:lnTo>
                  <a:lnTo>
                    <a:pt x="1139" y="385"/>
                  </a:lnTo>
                  <a:lnTo>
                    <a:pt x="1137" y="389"/>
                  </a:lnTo>
                  <a:lnTo>
                    <a:pt x="1133" y="392"/>
                  </a:lnTo>
                  <a:lnTo>
                    <a:pt x="1129" y="394"/>
                  </a:lnTo>
                  <a:lnTo>
                    <a:pt x="1124" y="395"/>
                  </a:lnTo>
                  <a:lnTo>
                    <a:pt x="545" y="395"/>
                  </a:lnTo>
                  <a:lnTo>
                    <a:pt x="540" y="394"/>
                  </a:lnTo>
                  <a:lnTo>
                    <a:pt x="535" y="392"/>
                  </a:lnTo>
                  <a:lnTo>
                    <a:pt x="532" y="389"/>
                  </a:lnTo>
                  <a:lnTo>
                    <a:pt x="530" y="385"/>
                  </a:lnTo>
                  <a:lnTo>
                    <a:pt x="529" y="379"/>
                  </a:lnTo>
                  <a:lnTo>
                    <a:pt x="529" y="376"/>
                  </a:lnTo>
                  <a:lnTo>
                    <a:pt x="471" y="416"/>
                  </a:lnTo>
                  <a:lnTo>
                    <a:pt x="471" y="416"/>
                  </a:lnTo>
                  <a:lnTo>
                    <a:pt x="462" y="419"/>
                  </a:lnTo>
                  <a:lnTo>
                    <a:pt x="451" y="421"/>
                  </a:lnTo>
                  <a:lnTo>
                    <a:pt x="437" y="418"/>
                  </a:lnTo>
                  <a:lnTo>
                    <a:pt x="426" y="413"/>
                  </a:lnTo>
                  <a:lnTo>
                    <a:pt x="416" y="402"/>
                  </a:lnTo>
                  <a:lnTo>
                    <a:pt x="410" y="390"/>
                  </a:lnTo>
                  <a:lnTo>
                    <a:pt x="407" y="376"/>
                  </a:lnTo>
                  <a:lnTo>
                    <a:pt x="407" y="297"/>
                  </a:lnTo>
                  <a:lnTo>
                    <a:pt x="378" y="297"/>
                  </a:lnTo>
                  <a:lnTo>
                    <a:pt x="379" y="509"/>
                  </a:lnTo>
                  <a:lnTo>
                    <a:pt x="113" y="509"/>
                  </a:lnTo>
                  <a:lnTo>
                    <a:pt x="113" y="299"/>
                  </a:lnTo>
                  <a:lnTo>
                    <a:pt x="85" y="299"/>
                  </a:lnTo>
                  <a:lnTo>
                    <a:pt x="84" y="509"/>
                  </a:lnTo>
                  <a:lnTo>
                    <a:pt x="0" y="509"/>
                  </a:lnTo>
                  <a:lnTo>
                    <a:pt x="0" y="278"/>
                  </a:lnTo>
                  <a:lnTo>
                    <a:pt x="1" y="263"/>
                  </a:lnTo>
                  <a:lnTo>
                    <a:pt x="4" y="247"/>
                  </a:lnTo>
                  <a:lnTo>
                    <a:pt x="11" y="231"/>
                  </a:lnTo>
                  <a:lnTo>
                    <a:pt x="20" y="216"/>
                  </a:lnTo>
                  <a:lnTo>
                    <a:pt x="32" y="203"/>
                  </a:lnTo>
                  <a:lnTo>
                    <a:pt x="47" y="191"/>
                  </a:lnTo>
                  <a:lnTo>
                    <a:pt x="65" y="180"/>
                  </a:lnTo>
                  <a:lnTo>
                    <a:pt x="87" y="172"/>
                  </a:lnTo>
                  <a:lnTo>
                    <a:pt x="113" y="166"/>
                  </a:lnTo>
                  <a:lnTo>
                    <a:pt x="142" y="165"/>
                  </a:lnTo>
                  <a:lnTo>
                    <a:pt x="197" y="165"/>
                  </a:lnTo>
                  <a:lnTo>
                    <a:pt x="246" y="245"/>
                  </a:lnTo>
                  <a:lnTo>
                    <a:pt x="295" y="165"/>
                  </a:lnTo>
                  <a:lnTo>
                    <a:pt x="352" y="165"/>
                  </a:lnTo>
                  <a:lnTo>
                    <a:pt x="382" y="166"/>
                  </a:lnTo>
                  <a:lnTo>
                    <a:pt x="409" y="172"/>
                  </a:lnTo>
                  <a:lnTo>
                    <a:pt x="431" y="180"/>
                  </a:lnTo>
                  <a:lnTo>
                    <a:pt x="450" y="191"/>
                  </a:lnTo>
                  <a:lnTo>
                    <a:pt x="467" y="205"/>
                  </a:lnTo>
                  <a:lnTo>
                    <a:pt x="479" y="221"/>
                  </a:lnTo>
                  <a:lnTo>
                    <a:pt x="488" y="239"/>
                  </a:lnTo>
                  <a:lnTo>
                    <a:pt x="494" y="258"/>
                  </a:lnTo>
                  <a:lnTo>
                    <a:pt x="496" y="279"/>
                  </a:lnTo>
                  <a:lnTo>
                    <a:pt x="496" y="294"/>
                  </a:lnTo>
                  <a:lnTo>
                    <a:pt x="529" y="271"/>
                  </a:lnTo>
                  <a:lnTo>
                    <a:pt x="529" y="16"/>
                  </a:lnTo>
                  <a:lnTo>
                    <a:pt x="530" y="11"/>
                  </a:lnTo>
                  <a:lnTo>
                    <a:pt x="532" y="7"/>
                  </a:lnTo>
                  <a:lnTo>
                    <a:pt x="535" y="3"/>
                  </a:lnTo>
                  <a:lnTo>
                    <a:pt x="540" y="1"/>
                  </a:lnTo>
                  <a:lnTo>
                    <a:pt x="54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3" name="Freeform 90">
              <a:extLst>
                <a:ext uri="{FF2B5EF4-FFF2-40B4-BE49-F238E27FC236}">
                  <a16:creationId xmlns:a16="http://schemas.microsoft.com/office/drawing/2014/main" id="{10C59AB1-7572-DD64-8B72-CCF9CF476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909638" y="2820988"/>
              <a:ext cx="26988" cy="26988"/>
            </a:xfrm>
            <a:custGeom>
              <a:avLst/>
              <a:gdLst>
                <a:gd name="T0" fmla="*/ 101 w 202"/>
                <a:gd name="T1" fmla="*/ 0 h 203"/>
                <a:gd name="T2" fmla="*/ 124 w 202"/>
                <a:gd name="T3" fmla="*/ 3 h 203"/>
                <a:gd name="T4" fmla="*/ 146 w 202"/>
                <a:gd name="T5" fmla="*/ 10 h 203"/>
                <a:gd name="T6" fmla="*/ 165 w 202"/>
                <a:gd name="T7" fmla="*/ 22 h 203"/>
                <a:gd name="T8" fmla="*/ 180 w 202"/>
                <a:gd name="T9" fmla="*/ 38 h 203"/>
                <a:gd name="T10" fmla="*/ 192 w 202"/>
                <a:gd name="T11" fmla="*/ 57 h 203"/>
                <a:gd name="T12" fmla="*/ 200 w 202"/>
                <a:gd name="T13" fmla="*/ 78 h 203"/>
                <a:gd name="T14" fmla="*/ 202 w 202"/>
                <a:gd name="T15" fmla="*/ 102 h 203"/>
                <a:gd name="T16" fmla="*/ 200 w 202"/>
                <a:gd name="T17" fmla="*/ 124 h 203"/>
                <a:gd name="T18" fmla="*/ 192 w 202"/>
                <a:gd name="T19" fmla="*/ 146 h 203"/>
                <a:gd name="T20" fmla="*/ 180 w 202"/>
                <a:gd name="T21" fmla="*/ 165 h 203"/>
                <a:gd name="T22" fmla="*/ 165 w 202"/>
                <a:gd name="T23" fmla="*/ 181 h 203"/>
                <a:gd name="T24" fmla="*/ 146 w 202"/>
                <a:gd name="T25" fmla="*/ 192 h 203"/>
                <a:gd name="T26" fmla="*/ 124 w 202"/>
                <a:gd name="T27" fmla="*/ 200 h 203"/>
                <a:gd name="T28" fmla="*/ 101 w 202"/>
                <a:gd name="T29" fmla="*/ 203 h 203"/>
                <a:gd name="T30" fmla="*/ 77 w 202"/>
                <a:gd name="T31" fmla="*/ 200 h 203"/>
                <a:gd name="T32" fmla="*/ 56 w 202"/>
                <a:gd name="T33" fmla="*/ 192 h 203"/>
                <a:gd name="T34" fmla="*/ 38 w 202"/>
                <a:gd name="T35" fmla="*/ 181 h 203"/>
                <a:gd name="T36" fmla="*/ 22 w 202"/>
                <a:gd name="T37" fmla="*/ 165 h 203"/>
                <a:gd name="T38" fmla="*/ 10 w 202"/>
                <a:gd name="T39" fmla="*/ 146 h 203"/>
                <a:gd name="T40" fmla="*/ 2 w 202"/>
                <a:gd name="T41" fmla="*/ 124 h 203"/>
                <a:gd name="T42" fmla="*/ 0 w 202"/>
                <a:gd name="T43" fmla="*/ 102 h 203"/>
                <a:gd name="T44" fmla="*/ 2 w 202"/>
                <a:gd name="T45" fmla="*/ 78 h 203"/>
                <a:gd name="T46" fmla="*/ 10 w 202"/>
                <a:gd name="T47" fmla="*/ 57 h 203"/>
                <a:gd name="T48" fmla="*/ 22 w 202"/>
                <a:gd name="T49" fmla="*/ 38 h 203"/>
                <a:gd name="T50" fmla="*/ 38 w 202"/>
                <a:gd name="T51" fmla="*/ 22 h 203"/>
                <a:gd name="T52" fmla="*/ 56 w 202"/>
                <a:gd name="T53" fmla="*/ 10 h 203"/>
                <a:gd name="T54" fmla="*/ 77 w 202"/>
                <a:gd name="T55" fmla="*/ 3 h 203"/>
                <a:gd name="T56" fmla="*/ 101 w 202"/>
                <a:gd name="T57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02" h="203">
                  <a:moveTo>
                    <a:pt x="101" y="0"/>
                  </a:moveTo>
                  <a:lnTo>
                    <a:pt x="124" y="3"/>
                  </a:lnTo>
                  <a:lnTo>
                    <a:pt x="146" y="10"/>
                  </a:lnTo>
                  <a:lnTo>
                    <a:pt x="165" y="22"/>
                  </a:lnTo>
                  <a:lnTo>
                    <a:pt x="180" y="38"/>
                  </a:lnTo>
                  <a:lnTo>
                    <a:pt x="192" y="57"/>
                  </a:lnTo>
                  <a:lnTo>
                    <a:pt x="200" y="78"/>
                  </a:lnTo>
                  <a:lnTo>
                    <a:pt x="202" y="102"/>
                  </a:lnTo>
                  <a:lnTo>
                    <a:pt x="200" y="124"/>
                  </a:lnTo>
                  <a:lnTo>
                    <a:pt x="192" y="146"/>
                  </a:lnTo>
                  <a:lnTo>
                    <a:pt x="180" y="165"/>
                  </a:lnTo>
                  <a:lnTo>
                    <a:pt x="165" y="181"/>
                  </a:lnTo>
                  <a:lnTo>
                    <a:pt x="146" y="192"/>
                  </a:lnTo>
                  <a:lnTo>
                    <a:pt x="124" y="200"/>
                  </a:lnTo>
                  <a:lnTo>
                    <a:pt x="101" y="203"/>
                  </a:lnTo>
                  <a:lnTo>
                    <a:pt x="77" y="200"/>
                  </a:lnTo>
                  <a:lnTo>
                    <a:pt x="56" y="192"/>
                  </a:lnTo>
                  <a:lnTo>
                    <a:pt x="38" y="181"/>
                  </a:lnTo>
                  <a:lnTo>
                    <a:pt x="22" y="165"/>
                  </a:lnTo>
                  <a:lnTo>
                    <a:pt x="10" y="146"/>
                  </a:lnTo>
                  <a:lnTo>
                    <a:pt x="2" y="124"/>
                  </a:lnTo>
                  <a:lnTo>
                    <a:pt x="0" y="102"/>
                  </a:lnTo>
                  <a:lnTo>
                    <a:pt x="2" y="78"/>
                  </a:lnTo>
                  <a:lnTo>
                    <a:pt x="10" y="57"/>
                  </a:lnTo>
                  <a:lnTo>
                    <a:pt x="22" y="38"/>
                  </a:lnTo>
                  <a:lnTo>
                    <a:pt x="38" y="22"/>
                  </a:lnTo>
                  <a:lnTo>
                    <a:pt x="56" y="10"/>
                  </a:lnTo>
                  <a:lnTo>
                    <a:pt x="77" y="3"/>
                  </a:lnTo>
                  <a:lnTo>
                    <a:pt x="10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4" name="Freeform 91">
              <a:extLst>
                <a:ext uri="{FF2B5EF4-FFF2-40B4-BE49-F238E27FC236}">
                  <a16:creationId xmlns:a16="http://schemas.microsoft.com/office/drawing/2014/main" id="{6512F6C4-DE16-0E23-5CB0-EE6232B4DE0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5500" y="2994025"/>
              <a:ext cx="23813" cy="25400"/>
            </a:xfrm>
            <a:custGeom>
              <a:avLst/>
              <a:gdLst>
                <a:gd name="T0" fmla="*/ 93 w 187"/>
                <a:gd name="T1" fmla="*/ 0 h 188"/>
                <a:gd name="T2" fmla="*/ 114 w 187"/>
                <a:gd name="T3" fmla="*/ 2 h 188"/>
                <a:gd name="T4" fmla="*/ 135 w 187"/>
                <a:gd name="T5" fmla="*/ 10 h 188"/>
                <a:gd name="T6" fmla="*/ 152 w 187"/>
                <a:gd name="T7" fmla="*/ 20 h 188"/>
                <a:gd name="T8" fmla="*/ 167 w 187"/>
                <a:gd name="T9" fmla="*/ 35 h 188"/>
                <a:gd name="T10" fmla="*/ 177 w 187"/>
                <a:gd name="T11" fmla="*/ 52 h 188"/>
                <a:gd name="T12" fmla="*/ 185 w 187"/>
                <a:gd name="T13" fmla="*/ 72 h 188"/>
                <a:gd name="T14" fmla="*/ 187 w 187"/>
                <a:gd name="T15" fmla="*/ 94 h 188"/>
                <a:gd name="T16" fmla="*/ 185 w 187"/>
                <a:gd name="T17" fmla="*/ 115 h 188"/>
                <a:gd name="T18" fmla="*/ 177 w 187"/>
                <a:gd name="T19" fmla="*/ 135 h 188"/>
                <a:gd name="T20" fmla="*/ 167 w 187"/>
                <a:gd name="T21" fmla="*/ 152 h 188"/>
                <a:gd name="T22" fmla="*/ 152 w 187"/>
                <a:gd name="T23" fmla="*/ 167 h 188"/>
                <a:gd name="T24" fmla="*/ 135 w 187"/>
                <a:gd name="T25" fmla="*/ 178 h 188"/>
                <a:gd name="T26" fmla="*/ 114 w 187"/>
                <a:gd name="T27" fmla="*/ 185 h 188"/>
                <a:gd name="T28" fmla="*/ 93 w 187"/>
                <a:gd name="T29" fmla="*/ 188 h 188"/>
                <a:gd name="T30" fmla="*/ 72 w 187"/>
                <a:gd name="T31" fmla="*/ 185 h 188"/>
                <a:gd name="T32" fmla="*/ 52 w 187"/>
                <a:gd name="T33" fmla="*/ 178 h 188"/>
                <a:gd name="T34" fmla="*/ 35 w 187"/>
                <a:gd name="T35" fmla="*/ 167 h 188"/>
                <a:gd name="T36" fmla="*/ 20 w 187"/>
                <a:gd name="T37" fmla="*/ 152 h 188"/>
                <a:gd name="T38" fmla="*/ 9 w 187"/>
                <a:gd name="T39" fmla="*/ 135 h 188"/>
                <a:gd name="T40" fmla="*/ 2 w 187"/>
                <a:gd name="T41" fmla="*/ 115 h 188"/>
                <a:gd name="T42" fmla="*/ 0 w 187"/>
                <a:gd name="T43" fmla="*/ 94 h 188"/>
                <a:gd name="T44" fmla="*/ 2 w 187"/>
                <a:gd name="T45" fmla="*/ 72 h 188"/>
                <a:gd name="T46" fmla="*/ 9 w 187"/>
                <a:gd name="T47" fmla="*/ 52 h 188"/>
                <a:gd name="T48" fmla="*/ 20 w 187"/>
                <a:gd name="T49" fmla="*/ 35 h 188"/>
                <a:gd name="T50" fmla="*/ 35 w 187"/>
                <a:gd name="T51" fmla="*/ 20 h 188"/>
                <a:gd name="T52" fmla="*/ 52 w 187"/>
                <a:gd name="T53" fmla="*/ 10 h 188"/>
                <a:gd name="T54" fmla="*/ 72 w 187"/>
                <a:gd name="T55" fmla="*/ 2 h 188"/>
                <a:gd name="T56" fmla="*/ 93 w 187"/>
                <a:gd name="T57" fmla="*/ 0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87" h="188">
                  <a:moveTo>
                    <a:pt x="93" y="0"/>
                  </a:moveTo>
                  <a:lnTo>
                    <a:pt x="114" y="2"/>
                  </a:lnTo>
                  <a:lnTo>
                    <a:pt x="135" y="10"/>
                  </a:lnTo>
                  <a:lnTo>
                    <a:pt x="152" y="20"/>
                  </a:lnTo>
                  <a:lnTo>
                    <a:pt x="167" y="35"/>
                  </a:lnTo>
                  <a:lnTo>
                    <a:pt x="177" y="52"/>
                  </a:lnTo>
                  <a:lnTo>
                    <a:pt x="185" y="72"/>
                  </a:lnTo>
                  <a:lnTo>
                    <a:pt x="187" y="94"/>
                  </a:lnTo>
                  <a:lnTo>
                    <a:pt x="185" y="115"/>
                  </a:lnTo>
                  <a:lnTo>
                    <a:pt x="177" y="135"/>
                  </a:lnTo>
                  <a:lnTo>
                    <a:pt x="167" y="152"/>
                  </a:lnTo>
                  <a:lnTo>
                    <a:pt x="152" y="167"/>
                  </a:lnTo>
                  <a:lnTo>
                    <a:pt x="135" y="178"/>
                  </a:lnTo>
                  <a:lnTo>
                    <a:pt x="114" y="185"/>
                  </a:lnTo>
                  <a:lnTo>
                    <a:pt x="93" y="188"/>
                  </a:lnTo>
                  <a:lnTo>
                    <a:pt x="72" y="185"/>
                  </a:lnTo>
                  <a:lnTo>
                    <a:pt x="52" y="178"/>
                  </a:lnTo>
                  <a:lnTo>
                    <a:pt x="35" y="167"/>
                  </a:lnTo>
                  <a:lnTo>
                    <a:pt x="20" y="152"/>
                  </a:lnTo>
                  <a:lnTo>
                    <a:pt x="9" y="135"/>
                  </a:lnTo>
                  <a:lnTo>
                    <a:pt x="2" y="115"/>
                  </a:lnTo>
                  <a:lnTo>
                    <a:pt x="0" y="94"/>
                  </a:lnTo>
                  <a:lnTo>
                    <a:pt x="2" y="72"/>
                  </a:lnTo>
                  <a:lnTo>
                    <a:pt x="9" y="52"/>
                  </a:lnTo>
                  <a:lnTo>
                    <a:pt x="20" y="35"/>
                  </a:lnTo>
                  <a:lnTo>
                    <a:pt x="35" y="20"/>
                  </a:lnTo>
                  <a:lnTo>
                    <a:pt x="52" y="10"/>
                  </a:lnTo>
                  <a:lnTo>
                    <a:pt x="72" y="2"/>
                  </a:lnTo>
                  <a:lnTo>
                    <a:pt x="9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5" name="Freeform 92">
              <a:extLst>
                <a:ext uri="{FF2B5EF4-FFF2-40B4-BE49-F238E27FC236}">
                  <a16:creationId xmlns:a16="http://schemas.microsoft.com/office/drawing/2014/main" id="{BC0675C8-E22A-24C7-4623-1B40DD7F05B0}"/>
                </a:ext>
              </a:extLst>
            </p:cNvPr>
            <p:cNvSpPr>
              <a:spLocks/>
            </p:cNvSpPr>
            <p:nvPr/>
          </p:nvSpPr>
          <p:spPr bwMode="auto">
            <a:xfrm>
              <a:off x="838200" y="2933700"/>
              <a:ext cx="47625" cy="49213"/>
            </a:xfrm>
            <a:custGeom>
              <a:avLst/>
              <a:gdLst>
                <a:gd name="T0" fmla="*/ 184 w 367"/>
                <a:gd name="T1" fmla="*/ 0 h 368"/>
                <a:gd name="T2" fmla="*/ 217 w 367"/>
                <a:gd name="T3" fmla="*/ 3 h 368"/>
                <a:gd name="T4" fmla="*/ 248 w 367"/>
                <a:gd name="T5" fmla="*/ 12 h 368"/>
                <a:gd name="T6" fmla="*/ 277 w 367"/>
                <a:gd name="T7" fmla="*/ 25 h 368"/>
                <a:gd name="T8" fmla="*/ 302 w 367"/>
                <a:gd name="T9" fmla="*/ 43 h 368"/>
                <a:gd name="T10" fmla="*/ 324 w 367"/>
                <a:gd name="T11" fmla="*/ 65 h 368"/>
                <a:gd name="T12" fmla="*/ 342 w 367"/>
                <a:gd name="T13" fmla="*/ 91 h 368"/>
                <a:gd name="T14" fmla="*/ 355 w 367"/>
                <a:gd name="T15" fmla="*/ 119 h 368"/>
                <a:gd name="T16" fmla="*/ 364 w 367"/>
                <a:gd name="T17" fmla="*/ 150 h 368"/>
                <a:gd name="T18" fmla="*/ 367 w 367"/>
                <a:gd name="T19" fmla="*/ 183 h 368"/>
                <a:gd name="T20" fmla="*/ 364 w 367"/>
                <a:gd name="T21" fmla="*/ 216 h 368"/>
                <a:gd name="T22" fmla="*/ 355 w 367"/>
                <a:gd name="T23" fmla="*/ 247 h 368"/>
                <a:gd name="T24" fmla="*/ 342 w 367"/>
                <a:gd name="T25" fmla="*/ 276 h 368"/>
                <a:gd name="T26" fmla="*/ 324 w 367"/>
                <a:gd name="T27" fmla="*/ 302 h 368"/>
                <a:gd name="T28" fmla="*/ 302 w 367"/>
                <a:gd name="T29" fmla="*/ 324 h 368"/>
                <a:gd name="T30" fmla="*/ 277 w 367"/>
                <a:gd name="T31" fmla="*/ 342 h 368"/>
                <a:gd name="T32" fmla="*/ 248 w 367"/>
                <a:gd name="T33" fmla="*/ 356 h 368"/>
                <a:gd name="T34" fmla="*/ 217 w 367"/>
                <a:gd name="T35" fmla="*/ 364 h 368"/>
                <a:gd name="T36" fmla="*/ 184 w 367"/>
                <a:gd name="T37" fmla="*/ 368 h 368"/>
                <a:gd name="T38" fmla="*/ 151 w 367"/>
                <a:gd name="T39" fmla="*/ 364 h 368"/>
                <a:gd name="T40" fmla="*/ 119 w 367"/>
                <a:gd name="T41" fmla="*/ 356 h 368"/>
                <a:gd name="T42" fmla="*/ 92 w 367"/>
                <a:gd name="T43" fmla="*/ 342 h 368"/>
                <a:gd name="T44" fmla="*/ 65 w 367"/>
                <a:gd name="T45" fmla="*/ 324 h 368"/>
                <a:gd name="T46" fmla="*/ 44 w 367"/>
                <a:gd name="T47" fmla="*/ 302 h 368"/>
                <a:gd name="T48" fmla="*/ 26 w 367"/>
                <a:gd name="T49" fmla="*/ 276 h 368"/>
                <a:gd name="T50" fmla="*/ 12 w 367"/>
                <a:gd name="T51" fmla="*/ 247 h 368"/>
                <a:gd name="T52" fmla="*/ 3 w 367"/>
                <a:gd name="T53" fmla="*/ 216 h 368"/>
                <a:gd name="T54" fmla="*/ 0 w 367"/>
                <a:gd name="T55" fmla="*/ 183 h 368"/>
                <a:gd name="T56" fmla="*/ 3 w 367"/>
                <a:gd name="T57" fmla="*/ 150 h 368"/>
                <a:gd name="T58" fmla="*/ 12 w 367"/>
                <a:gd name="T59" fmla="*/ 119 h 368"/>
                <a:gd name="T60" fmla="*/ 26 w 367"/>
                <a:gd name="T61" fmla="*/ 91 h 368"/>
                <a:gd name="T62" fmla="*/ 44 w 367"/>
                <a:gd name="T63" fmla="*/ 65 h 368"/>
                <a:gd name="T64" fmla="*/ 65 w 367"/>
                <a:gd name="T65" fmla="*/ 43 h 368"/>
                <a:gd name="T66" fmla="*/ 92 w 367"/>
                <a:gd name="T67" fmla="*/ 25 h 368"/>
                <a:gd name="T68" fmla="*/ 119 w 367"/>
                <a:gd name="T69" fmla="*/ 12 h 368"/>
                <a:gd name="T70" fmla="*/ 151 w 367"/>
                <a:gd name="T71" fmla="*/ 3 h 368"/>
                <a:gd name="T72" fmla="*/ 184 w 367"/>
                <a:gd name="T73" fmla="*/ 0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67" h="368">
                  <a:moveTo>
                    <a:pt x="184" y="0"/>
                  </a:moveTo>
                  <a:lnTo>
                    <a:pt x="217" y="3"/>
                  </a:lnTo>
                  <a:lnTo>
                    <a:pt x="248" y="12"/>
                  </a:lnTo>
                  <a:lnTo>
                    <a:pt x="277" y="25"/>
                  </a:lnTo>
                  <a:lnTo>
                    <a:pt x="302" y="43"/>
                  </a:lnTo>
                  <a:lnTo>
                    <a:pt x="324" y="65"/>
                  </a:lnTo>
                  <a:lnTo>
                    <a:pt x="342" y="91"/>
                  </a:lnTo>
                  <a:lnTo>
                    <a:pt x="355" y="119"/>
                  </a:lnTo>
                  <a:lnTo>
                    <a:pt x="364" y="150"/>
                  </a:lnTo>
                  <a:lnTo>
                    <a:pt x="367" y="183"/>
                  </a:lnTo>
                  <a:lnTo>
                    <a:pt x="364" y="216"/>
                  </a:lnTo>
                  <a:lnTo>
                    <a:pt x="355" y="247"/>
                  </a:lnTo>
                  <a:lnTo>
                    <a:pt x="342" y="276"/>
                  </a:lnTo>
                  <a:lnTo>
                    <a:pt x="324" y="302"/>
                  </a:lnTo>
                  <a:lnTo>
                    <a:pt x="302" y="324"/>
                  </a:lnTo>
                  <a:lnTo>
                    <a:pt x="277" y="342"/>
                  </a:lnTo>
                  <a:lnTo>
                    <a:pt x="248" y="356"/>
                  </a:lnTo>
                  <a:lnTo>
                    <a:pt x="217" y="364"/>
                  </a:lnTo>
                  <a:lnTo>
                    <a:pt x="184" y="368"/>
                  </a:lnTo>
                  <a:lnTo>
                    <a:pt x="151" y="364"/>
                  </a:lnTo>
                  <a:lnTo>
                    <a:pt x="119" y="356"/>
                  </a:lnTo>
                  <a:lnTo>
                    <a:pt x="92" y="342"/>
                  </a:lnTo>
                  <a:lnTo>
                    <a:pt x="65" y="324"/>
                  </a:lnTo>
                  <a:lnTo>
                    <a:pt x="44" y="302"/>
                  </a:lnTo>
                  <a:lnTo>
                    <a:pt x="26" y="276"/>
                  </a:lnTo>
                  <a:lnTo>
                    <a:pt x="12" y="247"/>
                  </a:lnTo>
                  <a:lnTo>
                    <a:pt x="3" y="216"/>
                  </a:lnTo>
                  <a:lnTo>
                    <a:pt x="0" y="183"/>
                  </a:lnTo>
                  <a:lnTo>
                    <a:pt x="3" y="150"/>
                  </a:lnTo>
                  <a:lnTo>
                    <a:pt x="12" y="119"/>
                  </a:lnTo>
                  <a:lnTo>
                    <a:pt x="26" y="91"/>
                  </a:lnTo>
                  <a:lnTo>
                    <a:pt x="44" y="65"/>
                  </a:lnTo>
                  <a:lnTo>
                    <a:pt x="65" y="43"/>
                  </a:lnTo>
                  <a:lnTo>
                    <a:pt x="92" y="25"/>
                  </a:lnTo>
                  <a:lnTo>
                    <a:pt x="119" y="12"/>
                  </a:lnTo>
                  <a:lnTo>
                    <a:pt x="151" y="3"/>
                  </a:lnTo>
                  <a:lnTo>
                    <a:pt x="18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6" name="Freeform 93">
              <a:extLst>
                <a:ext uri="{FF2B5EF4-FFF2-40B4-BE49-F238E27FC236}">
                  <a16:creationId xmlns:a16="http://schemas.microsoft.com/office/drawing/2014/main" id="{51E871BF-5D5A-354B-0DD9-9CA2B2FB9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850" y="2994025"/>
              <a:ext cx="25400" cy="25400"/>
            </a:xfrm>
            <a:custGeom>
              <a:avLst/>
              <a:gdLst>
                <a:gd name="T0" fmla="*/ 93 w 187"/>
                <a:gd name="T1" fmla="*/ 0 h 188"/>
                <a:gd name="T2" fmla="*/ 115 w 187"/>
                <a:gd name="T3" fmla="*/ 2 h 188"/>
                <a:gd name="T4" fmla="*/ 135 w 187"/>
                <a:gd name="T5" fmla="*/ 10 h 188"/>
                <a:gd name="T6" fmla="*/ 152 w 187"/>
                <a:gd name="T7" fmla="*/ 20 h 188"/>
                <a:gd name="T8" fmla="*/ 167 w 187"/>
                <a:gd name="T9" fmla="*/ 35 h 188"/>
                <a:gd name="T10" fmla="*/ 177 w 187"/>
                <a:gd name="T11" fmla="*/ 52 h 188"/>
                <a:gd name="T12" fmla="*/ 185 w 187"/>
                <a:gd name="T13" fmla="*/ 72 h 188"/>
                <a:gd name="T14" fmla="*/ 187 w 187"/>
                <a:gd name="T15" fmla="*/ 94 h 188"/>
                <a:gd name="T16" fmla="*/ 185 w 187"/>
                <a:gd name="T17" fmla="*/ 115 h 188"/>
                <a:gd name="T18" fmla="*/ 177 w 187"/>
                <a:gd name="T19" fmla="*/ 135 h 188"/>
                <a:gd name="T20" fmla="*/ 167 w 187"/>
                <a:gd name="T21" fmla="*/ 152 h 188"/>
                <a:gd name="T22" fmla="*/ 152 w 187"/>
                <a:gd name="T23" fmla="*/ 167 h 188"/>
                <a:gd name="T24" fmla="*/ 135 w 187"/>
                <a:gd name="T25" fmla="*/ 178 h 188"/>
                <a:gd name="T26" fmla="*/ 115 w 187"/>
                <a:gd name="T27" fmla="*/ 185 h 188"/>
                <a:gd name="T28" fmla="*/ 93 w 187"/>
                <a:gd name="T29" fmla="*/ 188 h 188"/>
                <a:gd name="T30" fmla="*/ 72 w 187"/>
                <a:gd name="T31" fmla="*/ 185 h 188"/>
                <a:gd name="T32" fmla="*/ 52 w 187"/>
                <a:gd name="T33" fmla="*/ 178 h 188"/>
                <a:gd name="T34" fmla="*/ 35 w 187"/>
                <a:gd name="T35" fmla="*/ 167 h 188"/>
                <a:gd name="T36" fmla="*/ 20 w 187"/>
                <a:gd name="T37" fmla="*/ 152 h 188"/>
                <a:gd name="T38" fmla="*/ 9 w 187"/>
                <a:gd name="T39" fmla="*/ 135 h 188"/>
                <a:gd name="T40" fmla="*/ 2 w 187"/>
                <a:gd name="T41" fmla="*/ 115 h 188"/>
                <a:gd name="T42" fmla="*/ 0 w 187"/>
                <a:gd name="T43" fmla="*/ 94 h 188"/>
                <a:gd name="T44" fmla="*/ 2 w 187"/>
                <a:gd name="T45" fmla="*/ 72 h 188"/>
                <a:gd name="T46" fmla="*/ 9 w 187"/>
                <a:gd name="T47" fmla="*/ 52 h 188"/>
                <a:gd name="T48" fmla="*/ 20 w 187"/>
                <a:gd name="T49" fmla="*/ 35 h 188"/>
                <a:gd name="T50" fmla="*/ 35 w 187"/>
                <a:gd name="T51" fmla="*/ 20 h 188"/>
                <a:gd name="T52" fmla="*/ 52 w 187"/>
                <a:gd name="T53" fmla="*/ 10 h 188"/>
                <a:gd name="T54" fmla="*/ 72 w 187"/>
                <a:gd name="T55" fmla="*/ 2 h 188"/>
                <a:gd name="T56" fmla="*/ 93 w 187"/>
                <a:gd name="T57" fmla="*/ 0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87" h="188">
                  <a:moveTo>
                    <a:pt x="93" y="0"/>
                  </a:moveTo>
                  <a:lnTo>
                    <a:pt x="115" y="2"/>
                  </a:lnTo>
                  <a:lnTo>
                    <a:pt x="135" y="10"/>
                  </a:lnTo>
                  <a:lnTo>
                    <a:pt x="152" y="20"/>
                  </a:lnTo>
                  <a:lnTo>
                    <a:pt x="167" y="35"/>
                  </a:lnTo>
                  <a:lnTo>
                    <a:pt x="177" y="52"/>
                  </a:lnTo>
                  <a:lnTo>
                    <a:pt x="185" y="72"/>
                  </a:lnTo>
                  <a:lnTo>
                    <a:pt x="187" y="94"/>
                  </a:lnTo>
                  <a:lnTo>
                    <a:pt x="185" y="115"/>
                  </a:lnTo>
                  <a:lnTo>
                    <a:pt x="177" y="135"/>
                  </a:lnTo>
                  <a:lnTo>
                    <a:pt x="167" y="152"/>
                  </a:lnTo>
                  <a:lnTo>
                    <a:pt x="152" y="167"/>
                  </a:lnTo>
                  <a:lnTo>
                    <a:pt x="135" y="178"/>
                  </a:lnTo>
                  <a:lnTo>
                    <a:pt x="115" y="185"/>
                  </a:lnTo>
                  <a:lnTo>
                    <a:pt x="93" y="188"/>
                  </a:lnTo>
                  <a:lnTo>
                    <a:pt x="72" y="185"/>
                  </a:lnTo>
                  <a:lnTo>
                    <a:pt x="52" y="178"/>
                  </a:lnTo>
                  <a:lnTo>
                    <a:pt x="35" y="167"/>
                  </a:lnTo>
                  <a:lnTo>
                    <a:pt x="20" y="152"/>
                  </a:lnTo>
                  <a:lnTo>
                    <a:pt x="9" y="135"/>
                  </a:lnTo>
                  <a:lnTo>
                    <a:pt x="2" y="115"/>
                  </a:lnTo>
                  <a:lnTo>
                    <a:pt x="0" y="94"/>
                  </a:lnTo>
                  <a:lnTo>
                    <a:pt x="2" y="72"/>
                  </a:lnTo>
                  <a:lnTo>
                    <a:pt x="9" y="52"/>
                  </a:lnTo>
                  <a:lnTo>
                    <a:pt x="20" y="35"/>
                  </a:lnTo>
                  <a:lnTo>
                    <a:pt x="35" y="20"/>
                  </a:lnTo>
                  <a:lnTo>
                    <a:pt x="52" y="10"/>
                  </a:lnTo>
                  <a:lnTo>
                    <a:pt x="72" y="2"/>
                  </a:lnTo>
                  <a:lnTo>
                    <a:pt x="9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7" name="Freeform 94">
              <a:extLst>
                <a:ext uri="{FF2B5EF4-FFF2-40B4-BE49-F238E27FC236}">
                  <a16:creationId xmlns:a16="http://schemas.microsoft.com/office/drawing/2014/main" id="{493C9C75-A100-5AD3-80E3-92BD024BAB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338" y="2933700"/>
              <a:ext cx="49213" cy="49213"/>
            </a:xfrm>
            <a:custGeom>
              <a:avLst/>
              <a:gdLst>
                <a:gd name="T0" fmla="*/ 184 w 367"/>
                <a:gd name="T1" fmla="*/ 0 h 368"/>
                <a:gd name="T2" fmla="*/ 217 w 367"/>
                <a:gd name="T3" fmla="*/ 3 h 368"/>
                <a:gd name="T4" fmla="*/ 248 w 367"/>
                <a:gd name="T5" fmla="*/ 12 h 368"/>
                <a:gd name="T6" fmla="*/ 277 w 367"/>
                <a:gd name="T7" fmla="*/ 25 h 368"/>
                <a:gd name="T8" fmla="*/ 303 w 367"/>
                <a:gd name="T9" fmla="*/ 43 h 368"/>
                <a:gd name="T10" fmla="*/ 325 w 367"/>
                <a:gd name="T11" fmla="*/ 65 h 368"/>
                <a:gd name="T12" fmla="*/ 343 w 367"/>
                <a:gd name="T13" fmla="*/ 91 h 368"/>
                <a:gd name="T14" fmla="*/ 356 w 367"/>
                <a:gd name="T15" fmla="*/ 119 h 368"/>
                <a:gd name="T16" fmla="*/ 364 w 367"/>
                <a:gd name="T17" fmla="*/ 150 h 368"/>
                <a:gd name="T18" fmla="*/ 367 w 367"/>
                <a:gd name="T19" fmla="*/ 183 h 368"/>
                <a:gd name="T20" fmla="*/ 364 w 367"/>
                <a:gd name="T21" fmla="*/ 216 h 368"/>
                <a:gd name="T22" fmla="*/ 356 w 367"/>
                <a:gd name="T23" fmla="*/ 247 h 368"/>
                <a:gd name="T24" fmla="*/ 343 w 367"/>
                <a:gd name="T25" fmla="*/ 276 h 368"/>
                <a:gd name="T26" fmla="*/ 325 w 367"/>
                <a:gd name="T27" fmla="*/ 302 h 368"/>
                <a:gd name="T28" fmla="*/ 303 w 367"/>
                <a:gd name="T29" fmla="*/ 324 h 368"/>
                <a:gd name="T30" fmla="*/ 277 w 367"/>
                <a:gd name="T31" fmla="*/ 342 h 368"/>
                <a:gd name="T32" fmla="*/ 248 w 367"/>
                <a:gd name="T33" fmla="*/ 356 h 368"/>
                <a:gd name="T34" fmla="*/ 217 w 367"/>
                <a:gd name="T35" fmla="*/ 364 h 368"/>
                <a:gd name="T36" fmla="*/ 184 w 367"/>
                <a:gd name="T37" fmla="*/ 368 h 368"/>
                <a:gd name="T38" fmla="*/ 151 w 367"/>
                <a:gd name="T39" fmla="*/ 364 h 368"/>
                <a:gd name="T40" fmla="*/ 121 w 367"/>
                <a:gd name="T41" fmla="*/ 356 h 368"/>
                <a:gd name="T42" fmla="*/ 92 w 367"/>
                <a:gd name="T43" fmla="*/ 342 h 368"/>
                <a:gd name="T44" fmla="*/ 66 w 367"/>
                <a:gd name="T45" fmla="*/ 324 h 368"/>
                <a:gd name="T46" fmla="*/ 44 w 367"/>
                <a:gd name="T47" fmla="*/ 302 h 368"/>
                <a:gd name="T48" fmla="*/ 26 w 367"/>
                <a:gd name="T49" fmla="*/ 276 h 368"/>
                <a:gd name="T50" fmla="*/ 12 w 367"/>
                <a:gd name="T51" fmla="*/ 247 h 368"/>
                <a:gd name="T52" fmla="*/ 4 w 367"/>
                <a:gd name="T53" fmla="*/ 216 h 368"/>
                <a:gd name="T54" fmla="*/ 0 w 367"/>
                <a:gd name="T55" fmla="*/ 183 h 368"/>
                <a:gd name="T56" fmla="*/ 4 w 367"/>
                <a:gd name="T57" fmla="*/ 150 h 368"/>
                <a:gd name="T58" fmla="*/ 12 w 367"/>
                <a:gd name="T59" fmla="*/ 119 h 368"/>
                <a:gd name="T60" fmla="*/ 26 w 367"/>
                <a:gd name="T61" fmla="*/ 91 h 368"/>
                <a:gd name="T62" fmla="*/ 44 w 367"/>
                <a:gd name="T63" fmla="*/ 65 h 368"/>
                <a:gd name="T64" fmla="*/ 66 w 367"/>
                <a:gd name="T65" fmla="*/ 43 h 368"/>
                <a:gd name="T66" fmla="*/ 92 w 367"/>
                <a:gd name="T67" fmla="*/ 25 h 368"/>
                <a:gd name="T68" fmla="*/ 121 w 367"/>
                <a:gd name="T69" fmla="*/ 12 h 368"/>
                <a:gd name="T70" fmla="*/ 151 w 367"/>
                <a:gd name="T71" fmla="*/ 3 h 368"/>
                <a:gd name="T72" fmla="*/ 184 w 367"/>
                <a:gd name="T73" fmla="*/ 0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67" h="368">
                  <a:moveTo>
                    <a:pt x="184" y="0"/>
                  </a:moveTo>
                  <a:lnTo>
                    <a:pt x="217" y="3"/>
                  </a:lnTo>
                  <a:lnTo>
                    <a:pt x="248" y="12"/>
                  </a:lnTo>
                  <a:lnTo>
                    <a:pt x="277" y="25"/>
                  </a:lnTo>
                  <a:lnTo>
                    <a:pt x="303" y="43"/>
                  </a:lnTo>
                  <a:lnTo>
                    <a:pt x="325" y="65"/>
                  </a:lnTo>
                  <a:lnTo>
                    <a:pt x="343" y="91"/>
                  </a:lnTo>
                  <a:lnTo>
                    <a:pt x="356" y="119"/>
                  </a:lnTo>
                  <a:lnTo>
                    <a:pt x="364" y="150"/>
                  </a:lnTo>
                  <a:lnTo>
                    <a:pt x="367" y="183"/>
                  </a:lnTo>
                  <a:lnTo>
                    <a:pt x="364" y="216"/>
                  </a:lnTo>
                  <a:lnTo>
                    <a:pt x="356" y="247"/>
                  </a:lnTo>
                  <a:lnTo>
                    <a:pt x="343" y="276"/>
                  </a:lnTo>
                  <a:lnTo>
                    <a:pt x="325" y="302"/>
                  </a:lnTo>
                  <a:lnTo>
                    <a:pt x="303" y="324"/>
                  </a:lnTo>
                  <a:lnTo>
                    <a:pt x="277" y="342"/>
                  </a:lnTo>
                  <a:lnTo>
                    <a:pt x="248" y="356"/>
                  </a:lnTo>
                  <a:lnTo>
                    <a:pt x="217" y="364"/>
                  </a:lnTo>
                  <a:lnTo>
                    <a:pt x="184" y="368"/>
                  </a:lnTo>
                  <a:lnTo>
                    <a:pt x="151" y="364"/>
                  </a:lnTo>
                  <a:lnTo>
                    <a:pt x="121" y="356"/>
                  </a:lnTo>
                  <a:lnTo>
                    <a:pt x="92" y="342"/>
                  </a:lnTo>
                  <a:lnTo>
                    <a:pt x="66" y="324"/>
                  </a:lnTo>
                  <a:lnTo>
                    <a:pt x="44" y="302"/>
                  </a:lnTo>
                  <a:lnTo>
                    <a:pt x="26" y="276"/>
                  </a:lnTo>
                  <a:lnTo>
                    <a:pt x="12" y="247"/>
                  </a:lnTo>
                  <a:lnTo>
                    <a:pt x="4" y="216"/>
                  </a:lnTo>
                  <a:lnTo>
                    <a:pt x="0" y="183"/>
                  </a:lnTo>
                  <a:lnTo>
                    <a:pt x="4" y="150"/>
                  </a:lnTo>
                  <a:lnTo>
                    <a:pt x="12" y="119"/>
                  </a:lnTo>
                  <a:lnTo>
                    <a:pt x="26" y="91"/>
                  </a:lnTo>
                  <a:lnTo>
                    <a:pt x="44" y="65"/>
                  </a:lnTo>
                  <a:lnTo>
                    <a:pt x="66" y="43"/>
                  </a:lnTo>
                  <a:lnTo>
                    <a:pt x="92" y="25"/>
                  </a:lnTo>
                  <a:lnTo>
                    <a:pt x="121" y="12"/>
                  </a:lnTo>
                  <a:lnTo>
                    <a:pt x="151" y="3"/>
                  </a:lnTo>
                  <a:lnTo>
                    <a:pt x="18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8" name="Freeform 95">
              <a:extLst>
                <a:ext uri="{FF2B5EF4-FFF2-40B4-BE49-F238E27FC236}">
                  <a16:creationId xmlns:a16="http://schemas.microsoft.com/office/drawing/2014/main" id="{1533C311-AD65-20F2-0146-AB135ECB1F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92188" y="3063875"/>
              <a:ext cx="193675" cy="133350"/>
            </a:xfrm>
            <a:custGeom>
              <a:avLst/>
              <a:gdLst>
                <a:gd name="T0" fmla="*/ 87 w 1470"/>
                <a:gd name="T1" fmla="*/ 913 h 1014"/>
                <a:gd name="T2" fmla="*/ 1334 w 1470"/>
                <a:gd name="T3" fmla="*/ 806 h 1014"/>
                <a:gd name="T4" fmla="*/ 139 w 1470"/>
                <a:gd name="T5" fmla="*/ 0 h 1014"/>
                <a:gd name="T6" fmla="*/ 776 w 1470"/>
                <a:gd name="T7" fmla="*/ 2 h 1014"/>
                <a:gd name="T8" fmla="*/ 773 w 1470"/>
                <a:gd name="T9" fmla="*/ 4 h 1014"/>
                <a:gd name="T10" fmla="*/ 761 w 1470"/>
                <a:gd name="T11" fmla="*/ 19 h 1014"/>
                <a:gd name="T12" fmla="*/ 747 w 1470"/>
                <a:gd name="T13" fmla="*/ 57 h 1014"/>
                <a:gd name="T14" fmla="*/ 139 w 1470"/>
                <a:gd name="T15" fmla="*/ 748 h 1014"/>
                <a:gd name="T16" fmla="*/ 1333 w 1470"/>
                <a:gd name="T17" fmla="*/ 440 h 1014"/>
                <a:gd name="T18" fmla="*/ 1354 w 1470"/>
                <a:gd name="T19" fmla="*/ 408 h 1014"/>
                <a:gd name="T20" fmla="*/ 1388 w 1470"/>
                <a:gd name="T21" fmla="*/ 394 h 1014"/>
                <a:gd name="T22" fmla="*/ 1387 w 1470"/>
                <a:gd name="T23" fmla="*/ 760 h 1014"/>
                <a:gd name="T24" fmla="*/ 1465 w 1470"/>
                <a:gd name="T25" fmla="*/ 923 h 1014"/>
                <a:gd name="T26" fmla="*/ 1469 w 1470"/>
                <a:gd name="T27" fmla="*/ 937 h 1014"/>
                <a:gd name="T28" fmla="*/ 1469 w 1470"/>
                <a:gd name="T29" fmla="*/ 955 h 1014"/>
                <a:gd name="T30" fmla="*/ 1455 w 1470"/>
                <a:gd name="T31" fmla="*/ 969 h 1014"/>
                <a:gd name="T32" fmla="*/ 1452 w 1470"/>
                <a:gd name="T33" fmla="*/ 971 h 1014"/>
                <a:gd name="T34" fmla="*/ 1446 w 1470"/>
                <a:gd name="T35" fmla="*/ 973 h 1014"/>
                <a:gd name="T36" fmla="*/ 1432 w 1470"/>
                <a:gd name="T37" fmla="*/ 976 h 1014"/>
                <a:gd name="T38" fmla="*/ 1406 w 1470"/>
                <a:gd name="T39" fmla="*/ 981 h 1014"/>
                <a:gd name="T40" fmla="*/ 1369 w 1470"/>
                <a:gd name="T41" fmla="*/ 988 h 1014"/>
                <a:gd name="T42" fmla="*/ 1316 w 1470"/>
                <a:gd name="T43" fmla="*/ 993 h 1014"/>
                <a:gd name="T44" fmla="*/ 1245 w 1470"/>
                <a:gd name="T45" fmla="*/ 999 h 1014"/>
                <a:gd name="T46" fmla="*/ 1154 w 1470"/>
                <a:gd name="T47" fmla="*/ 1005 h 1014"/>
                <a:gd name="T48" fmla="*/ 1040 w 1470"/>
                <a:gd name="T49" fmla="*/ 1010 h 1014"/>
                <a:gd name="T50" fmla="*/ 902 w 1470"/>
                <a:gd name="T51" fmla="*/ 1012 h 1014"/>
                <a:gd name="T52" fmla="*/ 736 w 1470"/>
                <a:gd name="T53" fmla="*/ 1014 h 1014"/>
                <a:gd name="T54" fmla="*/ 570 w 1470"/>
                <a:gd name="T55" fmla="*/ 1012 h 1014"/>
                <a:gd name="T56" fmla="*/ 432 w 1470"/>
                <a:gd name="T57" fmla="*/ 1010 h 1014"/>
                <a:gd name="T58" fmla="*/ 318 w 1470"/>
                <a:gd name="T59" fmla="*/ 1005 h 1014"/>
                <a:gd name="T60" fmla="*/ 227 w 1470"/>
                <a:gd name="T61" fmla="*/ 999 h 1014"/>
                <a:gd name="T62" fmla="*/ 156 w 1470"/>
                <a:gd name="T63" fmla="*/ 993 h 1014"/>
                <a:gd name="T64" fmla="*/ 103 w 1470"/>
                <a:gd name="T65" fmla="*/ 988 h 1014"/>
                <a:gd name="T66" fmla="*/ 66 w 1470"/>
                <a:gd name="T67" fmla="*/ 981 h 1014"/>
                <a:gd name="T68" fmla="*/ 41 w 1470"/>
                <a:gd name="T69" fmla="*/ 976 h 1014"/>
                <a:gd name="T70" fmla="*/ 27 w 1470"/>
                <a:gd name="T71" fmla="*/ 973 h 1014"/>
                <a:gd name="T72" fmla="*/ 21 w 1470"/>
                <a:gd name="T73" fmla="*/ 971 h 1014"/>
                <a:gd name="T74" fmla="*/ 17 w 1470"/>
                <a:gd name="T75" fmla="*/ 969 h 1014"/>
                <a:gd name="T76" fmla="*/ 9 w 1470"/>
                <a:gd name="T77" fmla="*/ 963 h 1014"/>
                <a:gd name="T78" fmla="*/ 2 w 1470"/>
                <a:gd name="T79" fmla="*/ 955 h 1014"/>
                <a:gd name="T80" fmla="*/ 1 w 1470"/>
                <a:gd name="T81" fmla="*/ 936 h 1014"/>
                <a:gd name="T82" fmla="*/ 89 w 1470"/>
                <a:gd name="T83" fmla="*/ 774 h 1014"/>
                <a:gd name="T84" fmla="*/ 83 w 1470"/>
                <a:gd name="T85" fmla="*/ 749 h 1014"/>
                <a:gd name="T86" fmla="*/ 86 w 1470"/>
                <a:gd name="T87" fmla="*/ 38 h 1014"/>
                <a:gd name="T88" fmla="*/ 106 w 1470"/>
                <a:gd name="T89" fmla="*/ 11 h 1014"/>
                <a:gd name="T90" fmla="*/ 139 w 1470"/>
                <a:gd name="T91" fmla="*/ 0 h 10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470" h="1014">
                  <a:moveTo>
                    <a:pt x="142" y="806"/>
                  </a:moveTo>
                  <a:lnTo>
                    <a:pt x="87" y="913"/>
                  </a:lnTo>
                  <a:lnTo>
                    <a:pt x="1386" y="913"/>
                  </a:lnTo>
                  <a:lnTo>
                    <a:pt x="1334" y="806"/>
                  </a:lnTo>
                  <a:lnTo>
                    <a:pt x="142" y="806"/>
                  </a:lnTo>
                  <a:close/>
                  <a:moveTo>
                    <a:pt x="139" y="0"/>
                  </a:moveTo>
                  <a:lnTo>
                    <a:pt x="778" y="0"/>
                  </a:lnTo>
                  <a:lnTo>
                    <a:pt x="776" y="2"/>
                  </a:lnTo>
                  <a:lnTo>
                    <a:pt x="774" y="3"/>
                  </a:lnTo>
                  <a:lnTo>
                    <a:pt x="773" y="4"/>
                  </a:lnTo>
                  <a:lnTo>
                    <a:pt x="772" y="5"/>
                  </a:lnTo>
                  <a:lnTo>
                    <a:pt x="761" y="19"/>
                  </a:lnTo>
                  <a:lnTo>
                    <a:pt x="752" y="36"/>
                  </a:lnTo>
                  <a:lnTo>
                    <a:pt x="747" y="57"/>
                  </a:lnTo>
                  <a:lnTo>
                    <a:pt x="139" y="57"/>
                  </a:lnTo>
                  <a:lnTo>
                    <a:pt x="139" y="748"/>
                  </a:lnTo>
                  <a:lnTo>
                    <a:pt x="1333" y="748"/>
                  </a:lnTo>
                  <a:lnTo>
                    <a:pt x="1333" y="440"/>
                  </a:lnTo>
                  <a:lnTo>
                    <a:pt x="1343" y="425"/>
                  </a:lnTo>
                  <a:lnTo>
                    <a:pt x="1354" y="408"/>
                  </a:lnTo>
                  <a:lnTo>
                    <a:pt x="1368" y="389"/>
                  </a:lnTo>
                  <a:lnTo>
                    <a:pt x="1388" y="394"/>
                  </a:lnTo>
                  <a:lnTo>
                    <a:pt x="1388" y="749"/>
                  </a:lnTo>
                  <a:lnTo>
                    <a:pt x="1387" y="760"/>
                  </a:lnTo>
                  <a:lnTo>
                    <a:pt x="1384" y="769"/>
                  </a:lnTo>
                  <a:lnTo>
                    <a:pt x="1465" y="923"/>
                  </a:lnTo>
                  <a:lnTo>
                    <a:pt x="1467" y="928"/>
                  </a:lnTo>
                  <a:lnTo>
                    <a:pt x="1469" y="937"/>
                  </a:lnTo>
                  <a:lnTo>
                    <a:pt x="1470" y="945"/>
                  </a:lnTo>
                  <a:lnTo>
                    <a:pt x="1469" y="955"/>
                  </a:lnTo>
                  <a:lnTo>
                    <a:pt x="1465" y="962"/>
                  </a:lnTo>
                  <a:lnTo>
                    <a:pt x="1455" y="969"/>
                  </a:lnTo>
                  <a:lnTo>
                    <a:pt x="1452" y="970"/>
                  </a:lnTo>
                  <a:lnTo>
                    <a:pt x="1452" y="971"/>
                  </a:lnTo>
                  <a:lnTo>
                    <a:pt x="1450" y="971"/>
                  </a:lnTo>
                  <a:lnTo>
                    <a:pt x="1446" y="973"/>
                  </a:lnTo>
                  <a:lnTo>
                    <a:pt x="1439" y="974"/>
                  </a:lnTo>
                  <a:lnTo>
                    <a:pt x="1432" y="976"/>
                  </a:lnTo>
                  <a:lnTo>
                    <a:pt x="1420" y="979"/>
                  </a:lnTo>
                  <a:lnTo>
                    <a:pt x="1406" y="981"/>
                  </a:lnTo>
                  <a:lnTo>
                    <a:pt x="1389" y="985"/>
                  </a:lnTo>
                  <a:lnTo>
                    <a:pt x="1369" y="988"/>
                  </a:lnTo>
                  <a:lnTo>
                    <a:pt x="1345" y="990"/>
                  </a:lnTo>
                  <a:lnTo>
                    <a:pt x="1316" y="993"/>
                  </a:lnTo>
                  <a:lnTo>
                    <a:pt x="1283" y="996"/>
                  </a:lnTo>
                  <a:lnTo>
                    <a:pt x="1245" y="999"/>
                  </a:lnTo>
                  <a:lnTo>
                    <a:pt x="1202" y="1003"/>
                  </a:lnTo>
                  <a:lnTo>
                    <a:pt x="1154" y="1005"/>
                  </a:lnTo>
                  <a:lnTo>
                    <a:pt x="1100" y="1008"/>
                  </a:lnTo>
                  <a:lnTo>
                    <a:pt x="1040" y="1010"/>
                  </a:lnTo>
                  <a:lnTo>
                    <a:pt x="974" y="1011"/>
                  </a:lnTo>
                  <a:lnTo>
                    <a:pt x="902" y="1012"/>
                  </a:lnTo>
                  <a:lnTo>
                    <a:pt x="822" y="1013"/>
                  </a:lnTo>
                  <a:lnTo>
                    <a:pt x="736" y="1014"/>
                  </a:lnTo>
                  <a:lnTo>
                    <a:pt x="649" y="1013"/>
                  </a:lnTo>
                  <a:lnTo>
                    <a:pt x="570" y="1012"/>
                  </a:lnTo>
                  <a:lnTo>
                    <a:pt x="498" y="1011"/>
                  </a:lnTo>
                  <a:lnTo>
                    <a:pt x="432" y="1010"/>
                  </a:lnTo>
                  <a:lnTo>
                    <a:pt x="371" y="1008"/>
                  </a:lnTo>
                  <a:lnTo>
                    <a:pt x="318" y="1005"/>
                  </a:lnTo>
                  <a:lnTo>
                    <a:pt x="270" y="1003"/>
                  </a:lnTo>
                  <a:lnTo>
                    <a:pt x="227" y="999"/>
                  </a:lnTo>
                  <a:lnTo>
                    <a:pt x="189" y="996"/>
                  </a:lnTo>
                  <a:lnTo>
                    <a:pt x="156" y="993"/>
                  </a:lnTo>
                  <a:lnTo>
                    <a:pt x="128" y="990"/>
                  </a:lnTo>
                  <a:lnTo>
                    <a:pt x="103" y="988"/>
                  </a:lnTo>
                  <a:lnTo>
                    <a:pt x="83" y="985"/>
                  </a:lnTo>
                  <a:lnTo>
                    <a:pt x="66" y="981"/>
                  </a:lnTo>
                  <a:lnTo>
                    <a:pt x="52" y="978"/>
                  </a:lnTo>
                  <a:lnTo>
                    <a:pt x="41" y="976"/>
                  </a:lnTo>
                  <a:lnTo>
                    <a:pt x="33" y="974"/>
                  </a:lnTo>
                  <a:lnTo>
                    <a:pt x="27" y="973"/>
                  </a:lnTo>
                  <a:lnTo>
                    <a:pt x="22" y="971"/>
                  </a:lnTo>
                  <a:lnTo>
                    <a:pt x="21" y="971"/>
                  </a:lnTo>
                  <a:lnTo>
                    <a:pt x="20" y="970"/>
                  </a:lnTo>
                  <a:lnTo>
                    <a:pt x="17" y="969"/>
                  </a:lnTo>
                  <a:lnTo>
                    <a:pt x="13" y="966"/>
                  </a:lnTo>
                  <a:lnTo>
                    <a:pt x="9" y="963"/>
                  </a:lnTo>
                  <a:lnTo>
                    <a:pt x="5" y="959"/>
                  </a:lnTo>
                  <a:lnTo>
                    <a:pt x="2" y="955"/>
                  </a:lnTo>
                  <a:lnTo>
                    <a:pt x="0" y="945"/>
                  </a:lnTo>
                  <a:lnTo>
                    <a:pt x="1" y="936"/>
                  </a:lnTo>
                  <a:lnTo>
                    <a:pt x="5" y="925"/>
                  </a:lnTo>
                  <a:lnTo>
                    <a:pt x="89" y="774"/>
                  </a:lnTo>
                  <a:lnTo>
                    <a:pt x="85" y="762"/>
                  </a:lnTo>
                  <a:lnTo>
                    <a:pt x="83" y="749"/>
                  </a:lnTo>
                  <a:lnTo>
                    <a:pt x="83" y="57"/>
                  </a:lnTo>
                  <a:lnTo>
                    <a:pt x="86" y="38"/>
                  </a:lnTo>
                  <a:lnTo>
                    <a:pt x="95" y="24"/>
                  </a:lnTo>
                  <a:lnTo>
                    <a:pt x="106" y="11"/>
                  </a:lnTo>
                  <a:lnTo>
                    <a:pt x="121" y="3"/>
                  </a:lnTo>
                  <a:lnTo>
                    <a:pt x="13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9" name="Freeform 96">
              <a:extLst>
                <a:ext uri="{FF2B5EF4-FFF2-40B4-BE49-F238E27FC236}">
                  <a16:creationId xmlns:a16="http://schemas.microsoft.com/office/drawing/2014/main" id="{650F66B5-609A-0229-267C-773834E87D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963" y="3057525"/>
              <a:ext cx="69850" cy="69850"/>
            </a:xfrm>
            <a:custGeom>
              <a:avLst/>
              <a:gdLst>
                <a:gd name="T0" fmla="*/ 145 w 529"/>
                <a:gd name="T1" fmla="*/ 0 h 530"/>
                <a:gd name="T2" fmla="*/ 151 w 529"/>
                <a:gd name="T3" fmla="*/ 29 h 530"/>
                <a:gd name="T4" fmla="*/ 220 w 529"/>
                <a:gd name="T5" fmla="*/ 309 h 530"/>
                <a:gd name="T6" fmla="*/ 500 w 529"/>
                <a:gd name="T7" fmla="*/ 379 h 530"/>
                <a:gd name="T8" fmla="*/ 529 w 529"/>
                <a:gd name="T9" fmla="*/ 386 h 530"/>
                <a:gd name="T10" fmla="*/ 528 w 529"/>
                <a:gd name="T11" fmla="*/ 388 h 530"/>
                <a:gd name="T12" fmla="*/ 523 w 529"/>
                <a:gd name="T13" fmla="*/ 395 h 530"/>
                <a:gd name="T14" fmla="*/ 517 w 529"/>
                <a:gd name="T15" fmla="*/ 403 h 530"/>
                <a:gd name="T16" fmla="*/ 510 w 529"/>
                <a:gd name="T17" fmla="*/ 415 h 530"/>
                <a:gd name="T18" fmla="*/ 500 w 529"/>
                <a:gd name="T19" fmla="*/ 428 h 530"/>
                <a:gd name="T20" fmla="*/ 490 w 529"/>
                <a:gd name="T21" fmla="*/ 443 h 530"/>
                <a:gd name="T22" fmla="*/ 480 w 529"/>
                <a:gd name="T23" fmla="*/ 457 h 530"/>
                <a:gd name="T24" fmla="*/ 469 w 529"/>
                <a:gd name="T25" fmla="*/ 471 h 530"/>
                <a:gd name="T26" fmla="*/ 460 w 529"/>
                <a:gd name="T27" fmla="*/ 485 h 530"/>
                <a:gd name="T28" fmla="*/ 451 w 529"/>
                <a:gd name="T29" fmla="*/ 497 h 530"/>
                <a:gd name="T30" fmla="*/ 445 w 529"/>
                <a:gd name="T31" fmla="*/ 506 h 530"/>
                <a:gd name="T32" fmla="*/ 439 w 529"/>
                <a:gd name="T33" fmla="*/ 514 h 530"/>
                <a:gd name="T34" fmla="*/ 437 w 529"/>
                <a:gd name="T35" fmla="*/ 516 h 530"/>
                <a:gd name="T36" fmla="*/ 429 w 529"/>
                <a:gd name="T37" fmla="*/ 522 h 530"/>
                <a:gd name="T38" fmla="*/ 415 w 529"/>
                <a:gd name="T39" fmla="*/ 527 h 530"/>
                <a:gd name="T40" fmla="*/ 397 w 529"/>
                <a:gd name="T41" fmla="*/ 529 h 530"/>
                <a:gd name="T42" fmla="*/ 373 w 529"/>
                <a:gd name="T43" fmla="*/ 530 h 530"/>
                <a:gd name="T44" fmla="*/ 346 w 529"/>
                <a:gd name="T45" fmla="*/ 530 h 530"/>
                <a:gd name="T46" fmla="*/ 315 w 529"/>
                <a:gd name="T47" fmla="*/ 528 h 530"/>
                <a:gd name="T48" fmla="*/ 282 w 529"/>
                <a:gd name="T49" fmla="*/ 526 h 530"/>
                <a:gd name="T50" fmla="*/ 248 w 529"/>
                <a:gd name="T51" fmla="*/ 521 h 530"/>
                <a:gd name="T52" fmla="*/ 214 w 529"/>
                <a:gd name="T53" fmla="*/ 516 h 530"/>
                <a:gd name="T54" fmla="*/ 180 w 529"/>
                <a:gd name="T55" fmla="*/ 511 h 530"/>
                <a:gd name="T56" fmla="*/ 149 w 529"/>
                <a:gd name="T57" fmla="*/ 503 h 530"/>
                <a:gd name="T58" fmla="*/ 120 w 529"/>
                <a:gd name="T59" fmla="*/ 496 h 530"/>
                <a:gd name="T60" fmla="*/ 96 w 529"/>
                <a:gd name="T61" fmla="*/ 487 h 530"/>
                <a:gd name="T62" fmla="*/ 76 w 529"/>
                <a:gd name="T63" fmla="*/ 478 h 530"/>
                <a:gd name="T64" fmla="*/ 62 w 529"/>
                <a:gd name="T65" fmla="*/ 468 h 530"/>
                <a:gd name="T66" fmla="*/ 62 w 529"/>
                <a:gd name="T67" fmla="*/ 468 h 530"/>
                <a:gd name="T68" fmla="*/ 62 w 529"/>
                <a:gd name="T69" fmla="*/ 468 h 530"/>
                <a:gd name="T70" fmla="*/ 52 w 529"/>
                <a:gd name="T71" fmla="*/ 454 h 530"/>
                <a:gd name="T72" fmla="*/ 44 w 529"/>
                <a:gd name="T73" fmla="*/ 435 h 530"/>
                <a:gd name="T74" fmla="*/ 35 w 529"/>
                <a:gd name="T75" fmla="*/ 411 h 530"/>
                <a:gd name="T76" fmla="*/ 27 w 529"/>
                <a:gd name="T77" fmla="*/ 382 h 530"/>
                <a:gd name="T78" fmla="*/ 20 w 529"/>
                <a:gd name="T79" fmla="*/ 350 h 530"/>
                <a:gd name="T80" fmla="*/ 14 w 529"/>
                <a:gd name="T81" fmla="*/ 317 h 530"/>
                <a:gd name="T82" fmla="*/ 9 w 529"/>
                <a:gd name="T83" fmla="*/ 283 h 530"/>
                <a:gd name="T84" fmla="*/ 5 w 529"/>
                <a:gd name="T85" fmla="*/ 248 h 530"/>
                <a:gd name="T86" fmla="*/ 2 w 529"/>
                <a:gd name="T87" fmla="*/ 215 h 530"/>
                <a:gd name="T88" fmla="*/ 1 w 529"/>
                <a:gd name="T89" fmla="*/ 184 h 530"/>
                <a:gd name="T90" fmla="*/ 0 w 529"/>
                <a:gd name="T91" fmla="*/ 156 h 530"/>
                <a:gd name="T92" fmla="*/ 2 w 529"/>
                <a:gd name="T93" fmla="*/ 132 h 530"/>
                <a:gd name="T94" fmla="*/ 4 w 529"/>
                <a:gd name="T95" fmla="*/ 115 h 530"/>
                <a:gd name="T96" fmla="*/ 9 w 529"/>
                <a:gd name="T97" fmla="*/ 102 h 530"/>
                <a:gd name="T98" fmla="*/ 14 w 529"/>
                <a:gd name="T99" fmla="*/ 92 h 530"/>
                <a:gd name="T100" fmla="*/ 17 w 529"/>
                <a:gd name="T101" fmla="*/ 90 h 530"/>
                <a:gd name="T102" fmla="*/ 23 w 529"/>
                <a:gd name="T103" fmla="*/ 86 h 530"/>
                <a:gd name="T104" fmla="*/ 33 w 529"/>
                <a:gd name="T105" fmla="*/ 78 h 530"/>
                <a:gd name="T106" fmla="*/ 45 w 529"/>
                <a:gd name="T107" fmla="*/ 70 h 530"/>
                <a:gd name="T108" fmla="*/ 59 w 529"/>
                <a:gd name="T109" fmla="*/ 60 h 530"/>
                <a:gd name="T110" fmla="*/ 73 w 529"/>
                <a:gd name="T111" fmla="*/ 50 h 530"/>
                <a:gd name="T112" fmla="*/ 88 w 529"/>
                <a:gd name="T113" fmla="*/ 40 h 530"/>
                <a:gd name="T114" fmla="*/ 102 w 529"/>
                <a:gd name="T115" fmla="*/ 30 h 530"/>
                <a:gd name="T116" fmla="*/ 116 w 529"/>
                <a:gd name="T117" fmla="*/ 21 h 530"/>
                <a:gd name="T118" fmla="*/ 127 w 529"/>
                <a:gd name="T119" fmla="*/ 12 h 530"/>
                <a:gd name="T120" fmla="*/ 136 w 529"/>
                <a:gd name="T121" fmla="*/ 6 h 530"/>
                <a:gd name="T122" fmla="*/ 143 w 529"/>
                <a:gd name="T123" fmla="*/ 1 h 530"/>
                <a:gd name="T124" fmla="*/ 145 w 529"/>
                <a:gd name="T125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29" h="530">
                  <a:moveTo>
                    <a:pt x="145" y="0"/>
                  </a:moveTo>
                  <a:lnTo>
                    <a:pt x="151" y="29"/>
                  </a:lnTo>
                  <a:lnTo>
                    <a:pt x="220" y="309"/>
                  </a:lnTo>
                  <a:lnTo>
                    <a:pt x="500" y="379"/>
                  </a:lnTo>
                  <a:lnTo>
                    <a:pt x="529" y="386"/>
                  </a:lnTo>
                  <a:lnTo>
                    <a:pt x="528" y="388"/>
                  </a:lnTo>
                  <a:lnTo>
                    <a:pt x="523" y="395"/>
                  </a:lnTo>
                  <a:lnTo>
                    <a:pt x="517" y="403"/>
                  </a:lnTo>
                  <a:lnTo>
                    <a:pt x="510" y="415"/>
                  </a:lnTo>
                  <a:lnTo>
                    <a:pt x="500" y="428"/>
                  </a:lnTo>
                  <a:lnTo>
                    <a:pt x="490" y="443"/>
                  </a:lnTo>
                  <a:lnTo>
                    <a:pt x="480" y="457"/>
                  </a:lnTo>
                  <a:lnTo>
                    <a:pt x="469" y="471"/>
                  </a:lnTo>
                  <a:lnTo>
                    <a:pt x="460" y="485"/>
                  </a:lnTo>
                  <a:lnTo>
                    <a:pt x="451" y="497"/>
                  </a:lnTo>
                  <a:lnTo>
                    <a:pt x="445" y="506"/>
                  </a:lnTo>
                  <a:lnTo>
                    <a:pt x="439" y="514"/>
                  </a:lnTo>
                  <a:lnTo>
                    <a:pt x="437" y="516"/>
                  </a:lnTo>
                  <a:lnTo>
                    <a:pt x="429" y="522"/>
                  </a:lnTo>
                  <a:lnTo>
                    <a:pt x="415" y="527"/>
                  </a:lnTo>
                  <a:lnTo>
                    <a:pt x="397" y="529"/>
                  </a:lnTo>
                  <a:lnTo>
                    <a:pt x="373" y="530"/>
                  </a:lnTo>
                  <a:lnTo>
                    <a:pt x="346" y="530"/>
                  </a:lnTo>
                  <a:lnTo>
                    <a:pt x="315" y="528"/>
                  </a:lnTo>
                  <a:lnTo>
                    <a:pt x="282" y="526"/>
                  </a:lnTo>
                  <a:lnTo>
                    <a:pt x="248" y="521"/>
                  </a:lnTo>
                  <a:lnTo>
                    <a:pt x="214" y="516"/>
                  </a:lnTo>
                  <a:lnTo>
                    <a:pt x="180" y="511"/>
                  </a:lnTo>
                  <a:lnTo>
                    <a:pt x="149" y="503"/>
                  </a:lnTo>
                  <a:lnTo>
                    <a:pt x="120" y="496"/>
                  </a:lnTo>
                  <a:lnTo>
                    <a:pt x="96" y="487"/>
                  </a:lnTo>
                  <a:lnTo>
                    <a:pt x="76" y="478"/>
                  </a:lnTo>
                  <a:lnTo>
                    <a:pt x="62" y="468"/>
                  </a:lnTo>
                  <a:lnTo>
                    <a:pt x="62" y="468"/>
                  </a:lnTo>
                  <a:lnTo>
                    <a:pt x="62" y="468"/>
                  </a:lnTo>
                  <a:lnTo>
                    <a:pt x="52" y="454"/>
                  </a:lnTo>
                  <a:lnTo>
                    <a:pt x="44" y="435"/>
                  </a:lnTo>
                  <a:lnTo>
                    <a:pt x="35" y="411"/>
                  </a:lnTo>
                  <a:lnTo>
                    <a:pt x="27" y="382"/>
                  </a:lnTo>
                  <a:lnTo>
                    <a:pt x="20" y="350"/>
                  </a:lnTo>
                  <a:lnTo>
                    <a:pt x="14" y="317"/>
                  </a:lnTo>
                  <a:lnTo>
                    <a:pt x="9" y="283"/>
                  </a:lnTo>
                  <a:lnTo>
                    <a:pt x="5" y="248"/>
                  </a:lnTo>
                  <a:lnTo>
                    <a:pt x="2" y="215"/>
                  </a:lnTo>
                  <a:lnTo>
                    <a:pt x="1" y="184"/>
                  </a:lnTo>
                  <a:lnTo>
                    <a:pt x="0" y="156"/>
                  </a:lnTo>
                  <a:lnTo>
                    <a:pt x="2" y="132"/>
                  </a:lnTo>
                  <a:lnTo>
                    <a:pt x="4" y="115"/>
                  </a:lnTo>
                  <a:lnTo>
                    <a:pt x="9" y="102"/>
                  </a:lnTo>
                  <a:lnTo>
                    <a:pt x="14" y="92"/>
                  </a:lnTo>
                  <a:lnTo>
                    <a:pt x="17" y="90"/>
                  </a:lnTo>
                  <a:lnTo>
                    <a:pt x="23" y="86"/>
                  </a:lnTo>
                  <a:lnTo>
                    <a:pt x="33" y="78"/>
                  </a:lnTo>
                  <a:lnTo>
                    <a:pt x="45" y="70"/>
                  </a:lnTo>
                  <a:lnTo>
                    <a:pt x="59" y="60"/>
                  </a:lnTo>
                  <a:lnTo>
                    <a:pt x="73" y="50"/>
                  </a:lnTo>
                  <a:lnTo>
                    <a:pt x="88" y="40"/>
                  </a:lnTo>
                  <a:lnTo>
                    <a:pt x="102" y="30"/>
                  </a:lnTo>
                  <a:lnTo>
                    <a:pt x="116" y="21"/>
                  </a:lnTo>
                  <a:lnTo>
                    <a:pt x="127" y="12"/>
                  </a:lnTo>
                  <a:lnTo>
                    <a:pt x="136" y="6"/>
                  </a:lnTo>
                  <a:lnTo>
                    <a:pt x="143" y="1"/>
                  </a:lnTo>
                  <a:lnTo>
                    <a:pt x="14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30" name="Freeform 97">
              <a:extLst>
                <a:ext uri="{FF2B5EF4-FFF2-40B4-BE49-F238E27FC236}">
                  <a16:creationId xmlns:a16="http://schemas.microsoft.com/office/drawing/2014/main" id="{C3E165CF-B2C8-3C5C-837A-0CCEAB142D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838" y="3032125"/>
              <a:ext cx="80963" cy="79375"/>
            </a:xfrm>
            <a:custGeom>
              <a:avLst/>
              <a:gdLst>
                <a:gd name="T0" fmla="*/ 0 w 605"/>
                <a:gd name="T1" fmla="*/ 0 h 605"/>
                <a:gd name="T2" fmla="*/ 429 w 605"/>
                <a:gd name="T3" fmla="*/ 175 h 605"/>
                <a:gd name="T4" fmla="*/ 605 w 605"/>
                <a:gd name="T5" fmla="*/ 605 h 605"/>
                <a:gd name="T6" fmla="*/ 128 w 605"/>
                <a:gd name="T7" fmla="*/ 477 h 605"/>
                <a:gd name="T8" fmla="*/ 0 w 605"/>
                <a:gd name="T9" fmla="*/ 0 h 6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5" h="605">
                  <a:moveTo>
                    <a:pt x="0" y="0"/>
                  </a:moveTo>
                  <a:lnTo>
                    <a:pt x="429" y="175"/>
                  </a:lnTo>
                  <a:lnTo>
                    <a:pt x="605" y="605"/>
                  </a:lnTo>
                  <a:lnTo>
                    <a:pt x="128" y="47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31" name="Freeform 98">
              <a:extLst>
                <a:ext uri="{FF2B5EF4-FFF2-40B4-BE49-F238E27FC236}">
                  <a16:creationId xmlns:a16="http://schemas.microsoft.com/office/drawing/2014/main" id="{A974C578-A213-70CE-6EE4-99426A7A7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9038" y="3113088"/>
              <a:ext cx="7938" cy="47625"/>
            </a:xfrm>
            <a:custGeom>
              <a:avLst/>
              <a:gdLst>
                <a:gd name="T0" fmla="*/ 24 w 49"/>
                <a:gd name="T1" fmla="*/ 0 h 361"/>
                <a:gd name="T2" fmla="*/ 49 w 49"/>
                <a:gd name="T3" fmla="*/ 302 h 361"/>
                <a:gd name="T4" fmla="*/ 24 w 49"/>
                <a:gd name="T5" fmla="*/ 361 h 361"/>
                <a:gd name="T6" fmla="*/ 0 w 49"/>
                <a:gd name="T7" fmla="*/ 302 h 361"/>
                <a:gd name="T8" fmla="*/ 24 w 49"/>
                <a:gd name="T9" fmla="*/ 0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361">
                  <a:moveTo>
                    <a:pt x="24" y="0"/>
                  </a:moveTo>
                  <a:lnTo>
                    <a:pt x="49" y="302"/>
                  </a:lnTo>
                  <a:lnTo>
                    <a:pt x="24" y="361"/>
                  </a:lnTo>
                  <a:lnTo>
                    <a:pt x="0" y="302"/>
                  </a:lnTo>
                  <a:lnTo>
                    <a:pt x="2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32" name="Freeform 99">
              <a:extLst>
                <a:ext uri="{FF2B5EF4-FFF2-40B4-BE49-F238E27FC236}">
                  <a16:creationId xmlns:a16="http://schemas.microsoft.com/office/drawing/2014/main" id="{D84C594B-4872-8179-A46A-7D3B8D6B82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9300" y="3063875"/>
              <a:ext cx="195263" cy="133350"/>
            </a:xfrm>
            <a:custGeom>
              <a:avLst/>
              <a:gdLst>
                <a:gd name="T0" fmla="*/ 84 w 1472"/>
                <a:gd name="T1" fmla="*/ 913 h 1014"/>
                <a:gd name="T2" fmla="*/ 1329 w 1472"/>
                <a:gd name="T3" fmla="*/ 806 h 1014"/>
                <a:gd name="T4" fmla="*/ 693 w 1472"/>
                <a:gd name="T5" fmla="*/ 0 h 1014"/>
                <a:gd name="T6" fmla="*/ 1349 w 1472"/>
                <a:gd name="T7" fmla="*/ 3 h 1014"/>
                <a:gd name="T8" fmla="*/ 1377 w 1472"/>
                <a:gd name="T9" fmla="*/ 24 h 1014"/>
                <a:gd name="T10" fmla="*/ 1388 w 1472"/>
                <a:gd name="T11" fmla="*/ 57 h 1014"/>
                <a:gd name="T12" fmla="*/ 1385 w 1472"/>
                <a:gd name="T13" fmla="*/ 762 h 1014"/>
                <a:gd name="T14" fmla="*/ 1465 w 1472"/>
                <a:gd name="T15" fmla="*/ 925 h 1014"/>
                <a:gd name="T16" fmla="*/ 1472 w 1472"/>
                <a:gd name="T17" fmla="*/ 945 h 1014"/>
                <a:gd name="T18" fmla="*/ 1465 w 1472"/>
                <a:gd name="T19" fmla="*/ 959 h 1014"/>
                <a:gd name="T20" fmla="*/ 1458 w 1472"/>
                <a:gd name="T21" fmla="*/ 966 h 1014"/>
                <a:gd name="T22" fmla="*/ 1450 w 1472"/>
                <a:gd name="T23" fmla="*/ 970 h 1014"/>
                <a:gd name="T24" fmla="*/ 1448 w 1472"/>
                <a:gd name="T25" fmla="*/ 971 h 1014"/>
                <a:gd name="T26" fmla="*/ 1439 w 1472"/>
                <a:gd name="T27" fmla="*/ 974 h 1014"/>
                <a:gd name="T28" fmla="*/ 1419 w 1472"/>
                <a:gd name="T29" fmla="*/ 978 h 1014"/>
                <a:gd name="T30" fmla="*/ 1389 w 1472"/>
                <a:gd name="T31" fmla="*/ 985 h 1014"/>
                <a:gd name="T32" fmla="*/ 1343 w 1472"/>
                <a:gd name="T33" fmla="*/ 990 h 1014"/>
                <a:gd name="T34" fmla="*/ 1281 w 1472"/>
                <a:gd name="T35" fmla="*/ 996 h 1014"/>
                <a:gd name="T36" fmla="*/ 1201 w 1472"/>
                <a:gd name="T37" fmla="*/ 1003 h 1014"/>
                <a:gd name="T38" fmla="*/ 1099 w 1472"/>
                <a:gd name="T39" fmla="*/ 1008 h 1014"/>
                <a:gd name="T40" fmla="*/ 974 w 1472"/>
                <a:gd name="T41" fmla="*/ 1011 h 1014"/>
                <a:gd name="T42" fmla="*/ 822 w 1472"/>
                <a:gd name="T43" fmla="*/ 1013 h 1014"/>
                <a:gd name="T44" fmla="*/ 648 w 1472"/>
                <a:gd name="T45" fmla="*/ 1013 h 1014"/>
                <a:gd name="T46" fmla="*/ 496 w 1472"/>
                <a:gd name="T47" fmla="*/ 1011 h 1014"/>
                <a:gd name="T48" fmla="*/ 371 w 1472"/>
                <a:gd name="T49" fmla="*/ 1008 h 1014"/>
                <a:gd name="T50" fmla="*/ 269 w 1472"/>
                <a:gd name="T51" fmla="*/ 1003 h 1014"/>
                <a:gd name="T52" fmla="*/ 188 w 1472"/>
                <a:gd name="T53" fmla="*/ 996 h 1014"/>
                <a:gd name="T54" fmla="*/ 126 w 1472"/>
                <a:gd name="T55" fmla="*/ 990 h 1014"/>
                <a:gd name="T56" fmla="*/ 81 w 1472"/>
                <a:gd name="T57" fmla="*/ 985 h 1014"/>
                <a:gd name="T58" fmla="*/ 50 w 1472"/>
                <a:gd name="T59" fmla="*/ 979 h 1014"/>
                <a:gd name="T60" fmla="*/ 31 w 1472"/>
                <a:gd name="T61" fmla="*/ 974 h 1014"/>
                <a:gd name="T62" fmla="*/ 22 w 1472"/>
                <a:gd name="T63" fmla="*/ 971 h 1014"/>
                <a:gd name="T64" fmla="*/ 19 w 1472"/>
                <a:gd name="T65" fmla="*/ 970 h 1014"/>
                <a:gd name="T66" fmla="*/ 7 w 1472"/>
                <a:gd name="T67" fmla="*/ 962 h 1014"/>
                <a:gd name="T68" fmla="*/ 0 w 1472"/>
                <a:gd name="T69" fmla="*/ 945 h 1014"/>
                <a:gd name="T70" fmla="*/ 4 w 1472"/>
                <a:gd name="T71" fmla="*/ 928 h 1014"/>
                <a:gd name="T72" fmla="*/ 87 w 1472"/>
                <a:gd name="T73" fmla="*/ 769 h 1014"/>
                <a:gd name="T74" fmla="*/ 82 w 1472"/>
                <a:gd name="T75" fmla="*/ 749 h 1014"/>
                <a:gd name="T76" fmla="*/ 103 w 1472"/>
                <a:gd name="T77" fmla="*/ 389 h 1014"/>
                <a:gd name="T78" fmla="*/ 128 w 1472"/>
                <a:gd name="T79" fmla="*/ 425 h 1014"/>
                <a:gd name="T80" fmla="*/ 139 w 1472"/>
                <a:gd name="T81" fmla="*/ 748 h 1014"/>
                <a:gd name="T82" fmla="*/ 1331 w 1472"/>
                <a:gd name="T83" fmla="*/ 57 h 1014"/>
                <a:gd name="T84" fmla="*/ 718 w 1472"/>
                <a:gd name="T85" fmla="*/ 36 h 1014"/>
                <a:gd name="T86" fmla="*/ 699 w 1472"/>
                <a:gd name="T87" fmla="*/ 5 h 1014"/>
                <a:gd name="T88" fmla="*/ 697 w 1472"/>
                <a:gd name="T89" fmla="*/ 3 h 1014"/>
                <a:gd name="T90" fmla="*/ 693 w 1472"/>
                <a:gd name="T91" fmla="*/ 0 h 10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472" h="1014">
                  <a:moveTo>
                    <a:pt x="137" y="806"/>
                  </a:moveTo>
                  <a:lnTo>
                    <a:pt x="84" y="913"/>
                  </a:lnTo>
                  <a:lnTo>
                    <a:pt x="1384" y="913"/>
                  </a:lnTo>
                  <a:lnTo>
                    <a:pt x="1329" y="806"/>
                  </a:lnTo>
                  <a:lnTo>
                    <a:pt x="137" y="806"/>
                  </a:lnTo>
                  <a:close/>
                  <a:moveTo>
                    <a:pt x="693" y="0"/>
                  </a:moveTo>
                  <a:lnTo>
                    <a:pt x="1331" y="0"/>
                  </a:lnTo>
                  <a:lnTo>
                    <a:pt x="1349" y="3"/>
                  </a:lnTo>
                  <a:lnTo>
                    <a:pt x="1364" y="11"/>
                  </a:lnTo>
                  <a:lnTo>
                    <a:pt x="1377" y="24"/>
                  </a:lnTo>
                  <a:lnTo>
                    <a:pt x="1384" y="38"/>
                  </a:lnTo>
                  <a:lnTo>
                    <a:pt x="1388" y="57"/>
                  </a:lnTo>
                  <a:lnTo>
                    <a:pt x="1388" y="749"/>
                  </a:lnTo>
                  <a:lnTo>
                    <a:pt x="1385" y="762"/>
                  </a:lnTo>
                  <a:lnTo>
                    <a:pt x="1381" y="774"/>
                  </a:lnTo>
                  <a:lnTo>
                    <a:pt x="1465" y="925"/>
                  </a:lnTo>
                  <a:lnTo>
                    <a:pt x="1471" y="936"/>
                  </a:lnTo>
                  <a:lnTo>
                    <a:pt x="1472" y="945"/>
                  </a:lnTo>
                  <a:lnTo>
                    <a:pt x="1468" y="955"/>
                  </a:lnTo>
                  <a:lnTo>
                    <a:pt x="1465" y="959"/>
                  </a:lnTo>
                  <a:lnTo>
                    <a:pt x="1462" y="963"/>
                  </a:lnTo>
                  <a:lnTo>
                    <a:pt x="1458" y="966"/>
                  </a:lnTo>
                  <a:lnTo>
                    <a:pt x="1453" y="969"/>
                  </a:lnTo>
                  <a:lnTo>
                    <a:pt x="1450" y="970"/>
                  </a:lnTo>
                  <a:lnTo>
                    <a:pt x="1450" y="971"/>
                  </a:lnTo>
                  <a:lnTo>
                    <a:pt x="1448" y="971"/>
                  </a:lnTo>
                  <a:lnTo>
                    <a:pt x="1444" y="973"/>
                  </a:lnTo>
                  <a:lnTo>
                    <a:pt x="1439" y="974"/>
                  </a:lnTo>
                  <a:lnTo>
                    <a:pt x="1430" y="976"/>
                  </a:lnTo>
                  <a:lnTo>
                    <a:pt x="1419" y="978"/>
                  </a:lnTo>
                  <a:lnTo>
                    <a:pt x="1406" y="981"/>
                  </a:lnTo>
                  <a:lnTo>
                    <a:pt x="1389" y="985"/>
                  </a:lnTo>
                  <a:lnTo>
                    <a:pt x="1367" y="988"/>
                  </a:lnTo>
                  <a:lnTo>
                    <a:pt x="1343" y="990"/>
                  </a:lnTo>
                  <a:lnTo>
                    <a:pt x="1315" y="993"/>
                  </a:lnTo>
                  <a:lnTo>
                    <a:pt x="1281" y="996"/>
                  </a:lnTo>
                  <a:lnTo>
                    <a:pt x="1244" y="999"/>
                  </a:lnTo>
                  <a:lnTo>
                    <a:pt x="1201" y="1003"/>
                  </a:lnTo>
                  <a:lnTo>
                    <a:pt x="1152" y="1005"/>
                  </a:lnTo>
                  <a:lnTo>
                    <a:pt x="1099" y="1008"/>
                  </a:lnTo>
                  <a:lnTo>
                    <a:pt x="1040" y="1010"/>
                  </a:lnTo>
                  <a:lnTo>
                    <a:pt x="974" y="1011"/>
                  </a:lnTo>
                  <a:lnTo>
                    <a:pt x="900" y="1012"/>
                  </a:lnTo>
                  <a:lnTo>
                    <a:pt x="822" y="1013"/>
                  </a:lnTo>
                  <a:lnTo>
                    <a:pt x="735" y="1014"/>
                  </a:lnTo>
                  <a:lnTo>
                    <a:pt x="648" y="1013"/>
                  </a:lnTo>
                  <a:lnTo>
                    <a:pt x="570" y="1012"/>
                  </a:lnTo>
                  <a:lnTo>
                    <a:pt x="496" y="1011"/>
                  </a:lnTo>
                  <a:lnTo>
                    <a:pt x="430" y="1010"/>
                  </a:lnTo>
                  <a:lnTo>
                    <a:pt x="371" y="1008"/>
                  </a:lnTo>
                  <a:lnTo>
                    <a:pt x="317" y="1005"/>
                  </a:lnTo>
                  <a:lnTo>
                    <a:pt x="269" y="1003"/>
                  </a:lnTo>
                  <a:lnTo>
                    <a:pt x="226" y="999"/>
                  </a:lnTo>
                  <a:lnTo>
                    <a:pt x="188" y="996"/>
                  </a:lnTo>
                  <a:lnTo>
                    <a:pt x="155" y="993"/>
                  </a:lnTo>
                  <a:lnTo>
                    <a:pt x="126" y="990"/>
                  </a:lnTo>
                  <a:lnTo>
                    <a:pt x="102" y="988"/>
                  </a:lnTo>
                  <a:lnTo>
                    <a:pt x="81" y="985"/>
                  </a:lnTo>
                  <a:lnTo>
                    <a:pt x="64" y="981"/>
                  </a:lnTo>
                  <a:lnTo>
                    <a:pt x="50" y="979"/>
                  </a:lnTo>
                  <a:lnTo>
                    <a:pt x="40" y="976"/>
                  </a:lnTo>
                  <a:lnTo>
                    <a:pt x="31" y="974"/>
                  </a:lnTo>
                  <a:lnTo>
                    <a:pt x="25" y="973"/>
                  </a:lnTo>
                  <a:lnTo>
                    <a:pt x="22" y="971"/>
                  </a:lnTo>
                  <a:lnTo>
                    <a:pt x="20" y="971"/>
                  </a:lnTo>
                  <a:lnTo>
                    <a:pt x="19" y="970"/>
                  </a:lnTo>
                  <a:lnTo>
                    <a:pt x="15" y="969"/>
                  </a:lnTo>
                  <a:lnTo>
                    <a:pt x="7" y="962"/>
                  </a:lnTo>
                  <a:lnTo>
                    <a:pt x="2" y="955"/>
                  </a:lnTo>
                  <a:lnTo>
                    <a:pt x="0" y="945"/>
                  </a:lnTo>
                  <a:lnTo>
                    <a:pt x="2" y="937"/>
                  </a:lnTo>
                  <a:lnTo>
                    <a:pt x="4" y="928"/>
                  </a:lnTo>
                  <a:lnTo>
                    <a:pt x="7" y="923"/>
                  </a:lnTo>
                  <a:lnTo>
                    <a:pt x="87" y="769"/>
                  </a:lnTo>
                  <a:lnTo>
                    <a:pt x="83" y="760"/>
                  </a:lnTo>
                  <a:lnTo>
                    <a:pt x="82" y="749"/>
                  </a:lnTo>
                  <a:lnTo>
                    <a:pt x="82" y="395"/>
                  </a:lnTo>
                  <a:lnTo>
                    <a:pt x="103" y="389"/>
                  </a:lnTo>
                  <a:lnTo>
                    <a:pt x="116" y="408"/>
                  </a:lnTo>
                  <a:lnTo>
                    <a:pt x="128" y="425"/>
                  </a:lnTo>
                  <a:lnTo>
                    <a:pt x="139" y="440"/>
                  </a:lnTo>
                  <a:lnTo>
                    <a:pt x="139" y="748"/>
                  </a:lnTo>
                  <a:lnTo>
                    <a:pt x="1331" y="748"/>
                  </a:lnTo>
                  <a:lnTo>
                    <a:pt x="1331" y="57"/>
                  </a:lnTo>
                  <a:lnTo>
                    <a:pt x="725" y="57"/>
                  </a:lnTo>
                  <a:lnTo>
                    <a:pt x="718" y="36"/>
                  </a:lnTo>
                  <a:lnTo>
                    <a:pt x="710" y="19"/>
                  </a:lnTo>
                  <a:lnTo>
                    <a:pt x="699" y="5"/>
                  </a:lnTo>
                  <a:lnTo>
                    <a:pt x="698" y="4"/>
                  </a:lnTo>
                  <a:lnTo>
                    <a:pt x="697" y="3"/>
                  </a:lnTo>
                  <a:lnTo>
                    <a:pt x="695" y="2"/>
                  </a:lnTo>
                  <a:lnTo>
                    <a:pt x="69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33" name="Freeform 100">
              <a:extLst>
                <a:ext uri="{FF2B5EF4-FFF2-40B4-BE49-F238E27FC236}">
                  <a16:creationId xmlns:a16="http://schemas.microsoft.com/office/drawing/2014/main" id="{CD79D315-E698-E4E4-5AC3-D92F7D29B0C3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350" y="3057525"/>
              <a:ext cx="69850" cy="69850"/>
            </a:xfrm>
            <a:custGeom>
              <a:avLst/>
              <a:gdLst>
                <a:gd name="T0" fmla="*/ 387 w 529"/>
                <a:gd name="T1" fmla="*/ 1 h 530"/>
                <a:gd name="T2" fmla="*/ 402 w 529"/>
                <a:gd name="T3" fmla="*/ 12 h 530"/>
                <a:gd name="T4" fmla="*/ 426 w 529"/>
                <a:gd name="T5" fmla="*/ 30 h 530"/>
                <a:gd name="T6" fmla="*/ 456 w 529"/>
                <a:gd name="T7" fmla="*/ 50 h 530"/>
                <a:gd name="T8" fmla="*/ 484 w 529"/>
                <a:gd name="T9" fmla="*/ 70 h 530"/>
                <a:gd name="T10" fmla="*/ 505 w 529"/>
                <a:gd name="T11" fmla="*/ 86 h 530"/>
                <a:gd name="T12" fmla="*/ 515 w 529"/>
                <a:gd name="T13" fmla="*/ 92 h 530"/>
                <a:gd name="T14" fmla="*/ 524 w 529"/>
                <a:gd name="T15" fmla="*/ 115 h 530"/>
                <a:gd name="T16" fmla="*/ 529 w 529"/>
                <a:gd name="T17" fmla="*/ 156 h 530"/>
                <a:gd name="T18" fmla="*/ 526 w 529"/>
                <a:gd name="T19" fmla="*/ 215 h 530"/>
                <a:gd name="T20" fmla="*/ 520 w 529"/>
                <a:gd name="T21" fmla="*/ 283 h 530"/>
                <a:gd name="T22" fmla="*/ 508 w 529"/>
                <a:gd name="T23" fmla="*/ 350 h 530"/>
                <a:gd name="T24" fmla="*/ 495 w 529"/>
                <a:gd name="T25" fmla="*/ 411 h 530"/>
                <a:gd name="T26" fmla="*/ 476 w 529"/>
                <a:gd name="T27" fmla="*/ 454 h 530"/>
                <a:gd name="T28" fmla="*/ 467 w 529"/>
                <a:gd name="T29" fmla="*/ 468 h 530"/>
                <a:gd name="T30" fmla="*/ 467 w 529"/>
                <a:gd name="T31" fmla="*/ 468 h 530"/>
                <a:gd name="T32" fmla="*/ 434 w 529"/>
                <a:gd name="T33" fmla="*/ 487 h 530"/>
                <a:gd name="T34" fmla="*/ 381 w 529"/>
                <a:gd name="T35" fmla="*/ 503 h 530"/>
                <a:gd name="T36" fmla="*/ 316 w 529"/>
                <a:gd name="T37" fmla="*/ 516 h 530"/>
                <a:gd name="T38" fmla="*/ 247 w 529"/>
                <a:gd name="T39" fmla="*/ 526 h 530"/>
                <a:gd name="T40" fmla="*/ 183 w 529"/>
                <a:gd name="T41" fmla="*/ 530 h 530"/>
                <a:gd name="T42" fmla="*/ 132 w 529"/>
                <a:gd name="T43" fmla="*/ 529 h 530"/>
                <a:gd name="T44" fmla="*/ 101 w 529"/>
                <a:gd name="T45" fmla="*/ 522 h 530"/>
                <a:gd name="T46" fmla="*/ 89 w 529"/>
                <a:gd name="T47" fmla="*/ 514 h 530"/>
                <a:gd name="T48" fmla="*/ 78 w 529"/>
                <a:gd name="T49" fmla="*/ 497 h 530"/>
                <a:gd name="T50" fmla="*/ 60 w 529"/>
                <a:gd name="T51" fmla="*/ 471 h 530"/>
                <a:gd name="T52" fmla="*/ 39 w 529"/>
                <a:gd name="T53" fmla="*/ 443 h 530"/>
                <a:gd name="T54" fmla="*/ 20 w 529"/>
                <a:gd name="T55" fmla="*/ 415 h 530"/>
                <a:gd name="T56" fmla="*/ 5 w 529"/>
                <a:gd name="T57" fmla="*/ 395 h 530"/>
                <a:gd name="T58" fmla="*/ 0 w 529"/>
                <a:gd name="T59" fmla="*/ 386 h 530"/>
                <a:gd name="T60" fmla="*/ 308 w 529"/>
                <a:gd name="T61" fmla="*/ 309 h 530"/>
                <a:gd name="T62" fmla="*/ 385 w 529"/>
                <a:gd name="T6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29" h="530">
                  <a:moveTo>
                    <a:pt x="385" y="0"/>
                  </a:moveTo>
                  <a:lnTo>
                    <a:pt x="387" y="1"/>
                  </a:lnTo>
                  <a:lnTo>
                    <a:pt x="392" y="6"/>
                  </a:lnTo>
                  <a:lnTo>
                    <a:pt x="402" y="12"/>
                  </a:lnTo>
                  <a:lnTo>
                    <a:pt x="414" y="21"/>
                  </a:lnTo>
                  <a:lnTo>
                    <a:pt x="426" y="30"/>
                  </a:lnTo>
                  <a:lnTo>
                    <a:pt x="441" y="40"/>
                  </a:lnTo>
                  <a:lnTo>
                    <a:pt x="456" y="50"/>
                  </a:lnTo>
                  <a:lnTo>
                    <a:pt x="470" y="60"/>
                  </a:lnTo>
                  <a:lnTo>
                    <a:pt x="484" y="70"/>
                  </a:lnTo>
                  <a:lnTo>
                    <a:pt x="496" y="78"/>
                  </a:lnTo>
                  <a:lnTo>
                    <a:pt x="505" y="86"/>
                  </a:lnTo>
                  <a:lnTo>
                    <a:pt x="512" y="90"/>
                  </a:lnTo>
                  <a:lnTo>
                    <a:pt x="515" y="92"/>
                  </a:lnTo>
                  <a:lnTo>
                    <a:pt x="521" y="102"/>
                  </a:lnTo>
                  <a:lnTo>
                    <a:pt x="524" y="115"/>
                  </a:lnTo>
                  <a:lnTo>
                    <a:pt x="528" y="132"/>
                  </a:lnTo>
                  <a:lnTo>
                    <a:pt x="529" y="156"/>
                  </a:lnTo>
                  <a:lnTo>
                    <a:pt x="529" y="184"/>
                  </a:lnTo>
                  <a:lnTo>
                    <a:pt x="526" y="215"/>
                  </a:lnTo>
                  <a:lnTo>
                    <a:pt x="524" y="248"/>
                  </a:lnTo>
                  <a:lnTo>
                    <a:pt x="520" y="283"/>
                  </a:lnTo>
                  <a:lnTo>
                    <a:pt x="515" y="317"/>
                  </a:lnTo>
                  <a:lnTo>
                    <a:pt x="508" y="350"/>
                  </a:lnTo>
                  <a:lnTo>
                    <a:pt x="502" y="382"/>
                  </a:lnTo>
                  <a:lnTo>
                    <a:pt x="495" y="411"/>
                  </a:lnTo>
                  <a:lnTo>
                    <a:pt x="486" y="435"/>
                  </a:lnTo>
                  <a:lnTo>
                    <a:pt x="476" y="454"/>
                  </a:lnTo>
                  <a:lnTo>
                    <a:pt x="467" y="468"/>
                  </a:lnTo>
                  <a:lnTo>
                    <a:pt x="467" y="468"/>
                  </a:lnTo>
                  <a:lnTo>
                    <a:pt x="467" y="468"/>
                  </a:lnTo>
                  <a:lnTo>
                    <a:pt x="467" y="468"/>
                  </a:lnTo>
                  <a:lnTo>
                    <a:pt x="453" y="478"/>
                  </a:lnTo>
                  <a:lnTo>
                    <a:pt x="434" y="487"/>
                  </a:lnTo>
                  <a:lnTo>
                    <a:pt x="409" y="496"/>
                  </a:lnTo>
                  <a:lnTo>
                    <a:pt x="381" y="503"/>
                  </a:lnTo>
                  <a:lnTo>
                    <a:pt x="349" y="511"/>
                  </a:lnTo>
                  <a:lnTo>
                    <a:pt x="316" y="516"/>
                  </a:lnTo>
                  <a:lnTo>
                    <a:pt x="281" y="521"/>
                  </a:lnTo>
                  <a:lnTo>
                    <a:pt x="247" y="526"/>
                  </a:lnTo>
                  <a:lnTo>
                    <a:pt x="214" y="528"/>
                  </a:lnTo>
                  <a:lnTo>
                    <a:pt x="183" y="530"/>
                  </a:lnTo>
                  <a:lnTo>
                    <a:pt x="155" y="530"/>
                  </a:lnTo>
                  <a:lnTo>
                    <a:pt x="132" y="529"/>
                  </a:lnTo>
                  <a:lnTo>
                    <a:pt x="114" y="527"/>
                  </a:lnTo>
                  <a:lnTo>
                    <a:pt x="101" y="522"/>
                  </a:lnTo>
                  <a:lnTo>
                    <a:pt x="91" y="516"/>
                  </a:lnTo>
                  <a:lnTo>
                    <a:pt x="89" y="514"/>
                  </a:lnTo>
                  <a:lnTo>
                    <a:pt x="84" y="506"/>
                  </a:lnTo>
                  <a:lnTo>
                    <a:pt x="78" y="497"/>
                  </a:lnTo>
                  <a:lnTo>
                    <a:pt x="69" y="485"/>
                  </a:lnTo>
                  <a:lnTo>
                    <a:pt x="60" y="471"/>
                  </a:lnTo>
                  <a:lnTo>
                    <a:pt x="49" y="457"/>
                  </a:lnTo>
                  <a:lnTo>
                    <a:pt x="39" y="443"/>
                  </a:lnTo>
                  <a:lnTo>
                    <a:pt x="29" y="428"/>
                  </a:lnTo>
                  <a:lnTo>
                    <a:pt x="20" y="415"/>
                  </a:lnTo>
                  <a:lnTo>
                    <a:pt x="12" y="403"/>
                  </a:lnTo>
                  <a:lnTo>
                    <a:pt x="5" y="395"/>
                  </a:lnTo>
                  <a:lnTo>
                    <a:pt x="1" y="388"/>
                  </a:lnTo>
                  <a:lnTo>
                    <a:pt x="0" y="386"/>
                  </a:lnTo>
                  <a:lnTo>
                    <a:pt x="29" y="379"/>
                  </a:lnTo>
                  <a:lnTo>
                    <a:pt x="308" y="309"/>
                  </a:lnTo>
                  <a:lnTo>
                    <a:pt x="378" y="29"/>
                  </a:lnTo>
                  <a:lnTo>
                    <a:pt x="38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34" name="Freeform 101">
              <a:extLst>
                <a:ext uri="{FF2B5EF4-FFF2-40B4-BE49-F238E27FC236}">
                  <a16:creationId xmlns:a16="http://schemas.microsoft.com/office/drawing/2014/main" id="{27434330-900D-DEC8-2BC3-3D380E4130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950" y="3032125"/>
              <a:ext cx="79375" cy="79375"/>
            </a:xfrm>
            <a:custGeom>
              <a:avLst/>
              <a:gdLst>
                <a:gd name="T0" fmla="*/ 605 w 605"/>
                <a:gd name="T1" fmla="*/ 0 h 605"/>
                <a:gd name="T2" fmla="*/ 477 w 605"/>
                <a:gd name="T3" fmla="*/ 477 h 605"/>
                <a:gd name="T4" fmla="*/ 0 w 605"/>
                <a:gd name="T5" fmla="*/ 605 h 605"/>
                <a:gd name="T6" fmla="*/ 176 w 605"/>
                <a:gd name="T7" fmla="*/ 175 h 605"/>
                <a:gd name="T8" fmla="*/ 605 w 605"/>
                <a:gd name="T9" fmla="*/ 0 h 6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5" h="605">
                  <a:moveTo>
                    <a:pt x="605" y="0"/>
                  </a:moveTo>
                  <a:lnTo>
                    <a:pt x="477" y="477"/>
                  </a:lnTo>
                  <a:lnTo>
                    <a:pt x="0" y="605"/>
                  </a:lnTo>
                  <a:lnTo>
                    <a:pt x="176" y="175"/>
                  </a:lnTo>
                  <a:lnTo>
                    <a:pt x="60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35" name="Freeform 102">
              <a:extLst>
                <a:ext uri="{FF2B5EF4-FFF2-40B4-BE49-F238E27FC236}">
                  <a16:creationId xmlns:a16="http://schemas.microsoft.com/office/drawing/2014/main" id="{31CD1D67-3558-3795-D039-B70553E5D5C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9775" y="3113088"/>
              <a:ext cx="6350" cy="47625"/>
            </a:xfrm>
            <a:custGeom>
              <a:avLst/>
              <a:gdLst>
                <a:gd name="T0" fmla="*/ 25 w 50"/>
                <a:gd name="T1" fmla="*/ 0 h 361"/>
                <a:gd name="T2" fmla="*/ 50 w 50"/>
                <a:gd name="T3" fmla="*/ 302 h 361"/>
                <a:gd name="T4" fmla="*/ 25 w 50"/>
                <a:gd name="T5" fmla="*/ 361 h 361"/>
                <a:gd name="T6" fmla="*/ 0 w 50"/>
                <a:gd name="T7" fmla="*/ 302 h 361"/>
                <a:gd name="T8" fmla="*/ 25 w 50"/>
                <a:gd name="T9" fmla="*/ 0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361">
                  <a:moveTo>
                    <a:pt x="25" y="0"/>
                  </a:moveTo>
                  <a:lnTo>
                    <a:pt x="50" y="302"/>
                  </a:lnTo>
                  <a:lnTo>
                    <a:pt x="25" y="361"/>
                  </a:lnTo>
                  <a:lnTo>
                    <a:pt x="0" y="302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grpSp>
        <p:nvGrpSpPr>
          <p:cNvPr id="36" name="Group 241">
            <a:extLst>
              <a:ext uri="{FF2B5EF4-FFF2-40B4-BE49-F238E27FC236}">
                <a16:creationId xmlns:a16="http://schemas.microsoft.com/office/drawing/2014/main" id="{A0324C84-A478-A739-F7A2-10565ECF1AC2}"/>
              </a:ext>
            </a:extLst>
          </p:cNvPr>
          <p:cNvGrpSpPr/>
          <p:nvPr/>
        </p:nvGrpSpPr>
        <p:grpSpPr>
          <a:xfrm>
            <a:off x="8877262" y="5241520"/>
            <a:ext cx="491363" cy="594520"/>
            <a:chOff x="10109200" y="2744788"/>
            <a:chExt cx="317500" cy="427038"/>
          </a:xfrm>
          <a:solidFill>
            <a:srgbClr val="000000"/>
          </a:solidFill>
        </p:grpSpPr>
        <p:sp>
          <p:nvSpPr>
            <p:cNvPr id="37" name="Freeform 190">
              <a:extLst>
                <a:ext uri="{FF2B5EF4-FFF2-40B4-BE49-F238E27FC236}">
                  <a16:creationId xmlns:a16="http://schemas.microsoft.com/office/drawing/2014/main" id="{9CF0ED32-3611-40D8-750E-08158DF811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09200" y="2744788"/>
              <a:ext cx="317500" cy="427038"/>
            </a:xfrm>
            <a:custGeom>
              <a:avLst/>
              <a:gdLst>
                <a:gd name="T0" fmla="*/ 212 w 2402"/>
                <a:gd name="T1" fmla="*/ 213 h 3233"/>
                <a:gd name="T2" fmla="*/ 212 w 2402"/>
                <a:gd name="T3" fmla="*/ 3020 h 3233"/>
                <a:gd name="T4" fmla="*/ 1691 w 2402"/>
                <a:gd name="T5" fmla="*/ 3020 h 3233"/>
                <a:gd name="T6" fmla="*/ 1697 w 2402"/>
                <a:gd name="T7" fmla="*/ 3014 h 3233"/>
                <a:gd name="T8" fmla="*/ 1697 w 2402"/>
                <a:gd name="T9" fmla="*/ 2561 h 3233"/>
                <a:gd name="T10" fmla="*/ 2190 w 2402"/>
                <a:gd name="T11" fmla="*/ 2561 h 3233"/>
                <a:gd name="T12" fmla="*/ 2190 w 2402"/>
                <a:gd name="T13" fmla="*/ 213 h 3233"/>
                <a:gd name="T14" fmla="*/ 212 w 2402"/>
                <a:gd name="T15" fmla="*/ 213 h 3233"/>
                <a:gd name="T16" fmla="*/ 107 w 2402"/>
                <a:gd name="T17" fmla="*/ 0 h 3233"/>
                <a:gd name="T18" fmla="*/ 2296 w 2402"/>
                <a:gd name="T19" fmla="*/ 0 h 3233"/>
                <a:gd name="T20" fmla="*/ 2320 w 2402"/>
                <a:gd name="T21" fmla="*/ 2 h 3233"/>
                <a:gd name="T22" fmla="*/ 2343 w 2402"/>
                <a:gd name="T23" fmla="*/ 10 h 3233"/>
                <a:gd name="T24" fmla="*/ 2363 w 2402"/>
                <a:gd name="T25" fmla="*/ 23 h 3233"/>
                <a:gd name="T26" fmla="*/ 2378 w 2402"/>
                <a:gd name="T27" fmla="*/ 40 h 3233"/>
                <a:gd name="T28" fmla="*/ 2392 w 2402"/>
                <a:gd name="T29" fmla="*/ 59 h 3233"/>
                <a:gd name="T30" fmla="*/ 2399 w 2402"/>
                <a:gd name="T31" fmla="*/ 82 h 3233"/>
                <a:gd name="T32" fmla="*/ 2402 w 2402"/>
                <a:gd name="T33" fmla="*/ 106 h 3233"/>
                <a:gd name="T34" fmla="*/ 2402 w 2402"/>
                <a:gd name="T35" fmla="*/ 2620 h 3233"/>
                <a:gd name="T36" fmla="*/ 2400 w 2402"/>
                <a:gd name="T37" fmla="*/ 2642 h 3233"/>
                <a:gd name="T38" fmla="*/ 2393 w 2402"/>
                <a:gd name="T39" fmla="*/ 2664 h 3233"/>
                <a:gd name="T40" fmla="*/ 2382 w 2402"/>
                <a:gd name="T41" fmla="*/ 2682 h 3233"/>
                <a:gd name="T42" fmla="*/ 2367 w 2402"/>
                <a:gd name="T43" fmla="*/ 2699 h 3233"/>
                <a:gd name="T44" fmla="*/ 1802 w 2402"/>
                <a:gd name="T45" fmla="*/ 3206 h 3233"/>
                <a:gd name="T46" fmla="*/ 1786 w 2402"/>
                <a:gd name="T47" fmla="*/ 3217 h 3233"/>
                <a:gd name="T48" fmla="*/ 1769 w 2402"/>
                <a:gd name="T49" fmla="*/ 3225 h 3233"/>
                <a:gd name="T50" fmla="*/ 1750 w 2402"/>
                <a:gd name="T51" fmla="*/ 3232 h 3233"/>
                <a:gd name="T52" fmla="*/ 1731 w 2402"/>
                <a:gd name="T53" fmla="*/ 3233 h 3233"/>
                <a:gd name="T54" fmla="*/ 107 w 2402"/>
                <a:gd name="T55" fmla="*/ 3233 h 3233"/>
                <a:gd name="T56" fmla="*/ 82 w 2402"/>
                <a:gd name="T57" fmla="*/ 3230 h 3233"/>
                <a:gd name="T58" fmla="*/ 59 w 2402"/>
                <a:gd name="T59" fmla="*/ 3222 h 3233"/>
                <a:gd name="T60" fmla="*/ 39 w 2402"/>
                <a:gd name="T61" fmla="*/ 3210 h 3233"/>
                <a:gd name="T62" fmla="*/ 23 w 2402"/>
                <a:gd name="T63" fmla="*/ 3193 h 3233"/>
                <a:gd name="T64" fmla="*/ 10 w 2402"/>
                <a:gd name="T65" fmla="*/ 3173 h 3233"/>
                <a:gd name="T66" fmla="*/ 3 w 2402"/>
                <a:gd name="T67" fmla="*/ 3151 h 3233"/>
                <a:gd name="T68" fmla="*/ 0 w 2402"/>
                <a:gd name="T69" fmla="*/ 3127 h 3233"/>
                <a:gd name="T70" fmla="*/ 0 w 2402"/>
                <a:gd name="T71" fmla="*/ 106 h 3233"/>
                <a:gd name="T72" fmla="*/ 3 w 2402"/>
                <a:gd name="T73" fmla="*/ 82 h 3233"/>
                <a:gd name="T74" fmla="*/ 10 w 2402"/>
                <a:gd name="T75" fmla="*/ 59 h 3233"/>
                <a:gd name="T76" fmla="*/ 23 w 2402"/>
                <a:gd name="T77" fmla="*/ 40 h 3233"/>
                <a:gd name="T78" fmla="*/ 39 w 2402"/>
                <a:gd name="T79" fmla="*/ 23 h 3233"/>
                <a:gd name="T80" fmla="*/ 59 w 2402"/>
                <a:gd name="T81" fmla="*/ 10 h 3233"/>
                <a:gd name="T82" fmla="*/ 82 w 2402"/>
                <a:gd name="T83" fmla="*/ 2 h 3233"/>
                <a:gd name="T84" fmla="*/ 107 w 2402"/>
                <a:gd name="T85" fmla="*/ 0 h 3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402" h="3233">
                  <a:moveTo>
                    <a:pt x="212" y="213"/>
                  </a:moveTo>
                  <a:lnTo>
                    <a:pt x="212" y="3020"/>
                  </a:lnTo>
                  <a:lnTo>
                    <a:pt x="1691" y="3020"/>
                  </a:lnTo>
                  <a:lnTo>
                    <a:pt x="1697" y="3014"/>
                  </a:lnTo>
                  <a:lnTo>
                    <a:pt x="1697" y="2561"/>
                  </a:lnTo>
                  <a:lnTo>
                    <a:pt x="2190" y="2561"/>
                  </a:lnTo>
                  <a:lnTo>
                    <a:pt x="2190" y="213"/>
                  </a:lnTo>
                  <a:lnTo>
                    <a:pt x="212" y="213"/>
                  </a:lnTo>
                  <a:close/>
                  <a:moveTo>
                    <a:pt x="107" y="0"/>
                  </a:moveTo>
                  <a:lnTo>
                    <a:pt x="2296" y="0"/>
                  </a:lnTo>
                  <a:lnTo>
                    <a:pt x="2320" y="2"/>
                  </a:lnTo>
                  <a:lnTo>
                    <a:pt x="2343" y="10"/>
                  </a:lnTo>
                  <a:lnTo>
                    <a:pt x="2363" y="23"/>
                  </a:lnTo>
                  <a:lnTo>
                    <a:pt x="2378" y="40"/>
                  </a:lnTo>
                  <a:lnTo>
                    <a:pt x="2392" y="59"/>
                  </a:lnTo>
                  <a:lnTo>
                    <a:pt x="2399" y="82"/>
                  </a:lnTo>
                  <a:lnTo>
                    <a:pt x="2402" y="106"/>
                  </a:lnTo>
                  <a:lnTo>
                    <a:pt x="2402" y="2620"/>
                  </a:lnTo>
                  <a:lnTo>
                    <a:pt x="2400" y="2642"/>
                  </a:lnTo>
                  <a:lnTo>
                    <a:pt x="2393" y="2664"/>
                  </a:lnTo>
                  <a:lnTo>
                    <a:pt x="2382" y="2682"/>
                  </a:lnTo>
                  <a:lnTo>
                    <a:pt x="2367" y="2699"/>
                  </a:lnTo>
                  <a:lnTo>
                    <a:pt x="1802" y="3206"/>
                  </a:lnTo>
                  <a:lnTo>
                    <a:pt x="1786" y="3217"/>
                  </a:lnTo>
                  <a:lnTo>
                    <a:pt x="1769" y="3225"/>
                  </a:lnTo>
                  <a:lnTo>
                    <a:pt x="1750" y="3232"/>
                  </a:lnTo>
                  <a:lnTo>
                    <a:pt x="1731" y="3233"/>
                  </a:lnTo>
                  <a:lnTo>
                    <a:pt x="107" y="3233"/>
                  </a:lnTo>
                  <a:lnTo>
                    <a:pt x="82" y="3230"/>
                  </a:lnTo>
                  <a:lnTo>
                    <a:pt x="59" y="3222"/>
                  </a:lnTo>
                  <a:lnTo>
                    <a:pt x="39" y="3210"/>
                  </a:lnTo>
                  <a:lnTo>
                    <a:pt x="23" y="3193"/>
                  </a:lnTo>
                  <a:lnTo>
                    <a:pt x="10" y="3173"/>
                  </a:lnTo>
                  <a:lnTo>
                    <a:pt x="3" y="3151"/>
                  </a:lnTo>
                  <a:lnTo>
                    <a:pt x="0" y="3127"/>
                  </a:lnTo>
                  <a:lnTo>
                    <a:pt x="0" y="106"/>
                  </a:lnTo>
                  <a:lnTo>
                    <a:pt x="3" y="82"/>
                  </a:lnTo>
                  <a:lnTo>
                    <a:pt x="10" y="59"/>
                  </a:lnTo>
                  <a:lnTo>
                    <a:pt x="23" y="40"/>
                  </a:lnTo>
                  <a:lnTo>
                    <a:pt x="39" y="23"/>
                  </a:lnTo>
                  <a:lnTo>
                    <a:pt x="59" y="10"/>
                  </a:lnTo>
                  <a:lnTo>
                    <a:pt x="82" y="2"/>
                  </a:lnTo>
                  <a:lnTo>
                    <a:pt x="10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38" name="Freeform 191">
              <a:extLst>
                <a:ext uri="{FF2B5EF4-FFF2-40B4-BE49-F238E27FC236}">
                  <a16:creationId xmlns:a16="http://schemas.microsoft.com/office/drawing/2014/main" id="{625A08FA-2E0C-DDF0-36B8-69CDC432C6B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15563" y="2994025"/>
              <a:ext cx="85725" cy="85725"/>
            </a:xfrm>
            <a:custGeom>
              <a:avLst/>
              <a:gdLst>
                <a:gd name="T0" fmla="*/ 110 w 649"/>
                <a:gd name="T1" fmla="*/ 111 h 651"/>
                <a:gd name="T2" fmla="*/ 110 w 649"/>
                <a:gd name="T3" fmla="*/ 540 h 651"/>
                <a:gd name="T4" fmla="*/ 538 w 649"/>
                <a:gd name="T5" fmla="*/ 540 h 651"/>
                <a:gd name="T6" fmla="*/ 538 w 649"/>
                <a:gd name="T7" fmla="*/ 111 h 651"/>
                <a:gd name="T8" fmla="*/ 110 w 649"/>
                <a:gd name="T9" fmla="*/ 111 h 651"/>
                <a:gd name="T10" fmla="*/ 55 w 649"/>
                <a:gd name="T11" fmla="*/ 0 h 651"/>
                <a:gd name="T12" fmla="*/ 593 w 649"/>
                <a:gd name="T13" fmla="*/ 0 h 651"/>
                <a:gd name="T14" fmla="*/ 611 w 649"/>
                <a:gd name="T15" fmla="*/ 3 h 651"/>
                <a:gd name="T16" fmla="*/ 626 w 649"/>
                <a:gd name="T17" fmla="*/ 12 h 651"/>
                <a:gd name="T18" fmla="*/ 639 w 649"/>
                <a:gd name="T19" fmla="*/ 24 h 651"/>
                <a:gd name="T20" fmla="*/ 646 w 649"/>
                <a:gd name="T21" fmla="*/ 39 h 651"/>
                <a:gd name="T22" fmla="*/ 649 w 649"/>
                <a:gd name="T23" fmla="*/ 56 h 651"/>
                <a:gd name="T24" fmla="*/ 649 w 649"/>
                <a:gd name="T25" fmla="*/ 596 h 651"/>
                <a:gd name="T26" fmla="*/ 646 w 649"/>
                <a:gd name="T27" fmla="*/ 613 h 651"/>
                <a:gd name="T28" fmla="*/ 638 w 649"/>
                <a:gd name="T29" fmla="*/ 628 h 651"/>
                <a:gd name="T30" fmla="*/ 626 w 649"/>
                <a:gd name="T31" fmla="*/ 640 h 651"/>
                <a:gd name="T32" fmla="*/ 611 w 649"/>
                <a:gd name="T33" fmla="*/ 648 h 651"/>
                <a:gd name="T34" fmla="*/ 593 w 649"/>
                <a:gd name="T35" fmla="*/ 651 h 651"/>
                <a:gd name="T36" fmla="*/ 55 w 649"/>
                <a:gd name="T37" fmla="*/ 651 h 651"/>
                <a:gd name="T38" fmla="*/ 37 w 649"/>
                <a:gd name="T39" fmla="*/ 648 h 651"/>
                <a:gd name="T40" fmla="*/ 22 w 649"/>
                <a:gd name="T41" fmla="*/ 641 h 651"/>
                <a:gd name="T42" fmla="*/ 10 w 649"/>
                <a:gd name="T43" fmla="*/ 628 h 651"/>
                <a:gd name="T44" fmla="*/ 2 w 649"/>
                <a:gd name="T45" fmla="*/ 614 h 651"/>
                <a:gd name="T46" fmla="*/ 0 w 649"/>
                <a:gd name="T47" fmla="*/ 596 h 651"/>
                <a:gd name="T48" fmla="*/ 0 w 649"/>
                <a:gd name="T49" fmla="*/ 56 h 651"/>
                <a:gd name="T50" fmla="*/ 2 w 649"/>
                <a:gd name="T51" fmla="*/ 39 h 651"/>
                <a:gd name="T52" fmla="*/ 10 w 649"/>
                <a:gd name="T53" fmla="*/ 23 h 651"/>
                <a:gd name="T54" fmla="*/ 22 w 649"/>
                <a:gd name="T55" fmla="*/ 12 h 651"/>
                <a:gd name="T56" fmla="*/ 37 w 649"/>
                <a:gd name="T57" fmla="*/ 3 h 651"/>
                <a:gd name="T58" fmla="*/ 55 w 649"/>
                <a:gd name="T59" fmla="*/ 0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649" h="651">
                  <a:moveTo>
                    <a:pt x="110" y="111"/>
                  </a:moveTo>
                  <a:lnTo>
                    <a:pt x="110" y="540"/>
                  </a:lnTo>
                  <a:lnTo>
                    <a:pt x="538" y="540"/>
                  </a:lnTo>
                  <a:lnTo>
                    <a:pt x="538" y="111"/>
                  </a:lnTo>
                  <a:lnTo>
                    <a:pt x="110" y="111"/>
                  </a:lnTo>
                  <a:close/>
                  <a:moveTo>
                    <a:pt x="55" y="0"/>
                  </a:moveTo>
                  <a:lnTo>
                    <a:pt x="593" y="0"/>
                  </a:lnTo>
                  <a:lnTo>
                    <a:pt x="611" y="3"/>
                  </a:lnTo>
                  <a:lnTo>
                    <a:pt x="626" y="12"/>
                  </a:lnTo>
                  <a:lnTo>
                    <a:pt x="639" y="24"/>
                  </a:lnTo>
                  <a:lnTo>
                    <a:pt x="646" y="39"/>
                  </a:lnTo>
                  <a:lnTo>
                    <a:pt x="649" y="56"/>
                  </a:lnTo>
                  <a:lnTo>
                    <a:pt x="649" y="596"/>
                  </a:lnTo>
                  <a:lnTo>
                    <a:pt x="646" y="613"/>
                  </a:lnTo>
                  <a:lnTo>
                    <a:pt x="638" y="628"/>
                  </a:lnTo>
                  <a:lnTo>
                    <a:pt x="626" y="640"/>
                  </a:lnTo>
                  <a:lnTo>
                    <a:pt x="611" y="648"/>
                  </a:lnTo>
                  <a:lnTo>
                    <a:pt x="593" y="651"/>
                  </a:lnTo>
                  <a:lnTo>
                    <a:pt x="55" y="651"/>
                  </a:lnTo>
                  <a:lnTo>
                    <a:pt x="37" y="648"/>
                  </a:lnTo>
                  <a:lnTo>
                    <a:pt x="22" y="641"/>
                  </a:lnTo>
                  <a:lnTo>
                    <a:pt x="10" y="628"/>
                  </a:lnTo>
                  <a:lnTo>
                    <a:pt x="2" y="614"/>
                  </a:lnTo>
                  <a:lnTo>
                    <a:pt x="0" y="596"/>
                  </a:lnTo>
                  <a:lnTo>
                    <a:pt x="0" y="56"/>
                  </a:lnTo>
                  <a:lnTo>
                    <a:pt x="2" y="39"/>
                  </a:lnTo>
                  <a:lnTo>
                    <a:pt x="10" y="23"/>
                  </a:lnTo>
                  <a:lnTo>
                    <a:pt x="22" y="12"/>
                  </a:lnTo>
                  <a:lnTo>
                    <a:pt x="37" y="3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39" name="Freeform 192">
              <a:extLst>
                <a:ext uri="{FF2B5EF4-FFF2-40B4-BE49-F238E27FC236}">
                  <a16:creationId xmlns:a16="http://schemas.microsoft.com/office/drawing/2014/main" id="{F5675D0B-443C-A105-7743-80255C19FC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15563" y="2878138"/>
              <a:ext cx="84138" cy="84138"/>
            </a:xfrm>
            <a:custGeom>
              <a:avLst/>
              <a:gdLst>
                <a:gd name="T0" fmla="*/ 49 w 636"/>
                <a:gd name="T1" fmla="*/ 0 h 636"/>
                <a:gd name="T2" fmla="*/ 587 w 636"/>
                <a:gd name="T3" fmla="*/ 0 h 636"/>
                <a:gd name="T4" fmla="*/ 603 w 636"/>
                <a:gd name="T5" fmla="*/ 2 h 636"/>
                <a:gd name="T6" fmla="*/ 616 w 636"/>
                <a:gd name="T7" fmla="*/ 9 h 636"/>
                <a:gd name="T8" fmla="*/ 627 w 636"/>
                <a:gd name="T9" fmla="*/ 19 h 636"/>
                <a:gd name="T10" fmla="*/ 634 w 636"/>
                <a:gd name="T11" fmla="*/ 33 h 636"/>
                <a:gd name="T12" fmla="*/ 636 w 636"/>
                <a:gd name="T13" fmla="*/ 48 h 636"/>
                <a:gd name="T14" fmla="*/ 636 w 636"/>
                <a:gd name="T15" fmla="*/ 53 h 636"/>
                <a:gd name="T16" fmla="*/ 539 w 636"/>
                <a:gd name="T17" fmla="*/ 150 h 636"/>
                <a:gd name="T18" fmla="*/ 539 w 636"/>
                <a:gd name="T19" fmla="*/ 97 h 636"/>
                <a:gd name="T20" fmla="*/ 98 w 636"/>
                <a:gd name="T21" fmla="*/ 97 h 636"/>
                <a:gd name="T22" fmla="*/ 98 w 636"/>
                <a:gd name="T23" fmla="*/ 539 h 636"/>
                <a:gd name="T24" fmla="*/ 539 w 636"/>
                <a:gd name="T25" fmla="*/ 539 h 636"/>
                <a:gd name="T26" fmla="*/ 539 w 636"/>
                <a:gd name="T27" fmla="*/ 489 h 636"/>
                <a:gd name="T28" fmla="*/ 542 w 636"/>
                <a:gd name="T29" fmla="*/ 487 h 636"/>
                <a:gd name="T30" fmla="*/ 544 w 636"/>
                <a:gd name="T31" fmla="*/ 486 h 636"/>
                <a:gd name="T32" fmla="*/ 547 w 636"/>
                <a:gd name="T33" fmla="*/ 484 h 636"/>
                <a:gd name="T34" fmla="*/ 550 w 636"/>
                <a:gd name="T35" fmla="*/ 482 h 636"/>
                <a:gd name="T36" fmla="*/ 636 w 636"/>
                <a:gd name="T37" fmla="*/ 395 h 636"/>
                <a:gd name="T38" fmla="*/ 636 w 636"/>
                <a:gd name="T39" fmla="*/ 587 h 636"/>
                <a:gd name="T40" fmla="*/ 634 w 636"/>
                <a:gd name="T41" fmla="*/ 603 h 636"/>
                <a:gd name="T42" fmla="*/ 627 w 636"/>
                <a:gd name="T43" fmla="*/ 616 h 636"/>
                <a:gd name="T44" fmla="*/ 616 w 636"/>
                <a:gd name="T45" fmla="*/ 627 h 636"/>
                <a:gd name="T46" fmla="*/ 603 w 636"/>
                <a:gd name="T47" fmla="*/ 634 h 636"/>
                <a:gd name="T48" fmla="*/ 587 w 636"/>
                <a:gd name="T49" fmla="*/ 636 h 636"/>
                <a:gd name="T50" fmla="*/ 49 w 636"/>
                <a:gd name="T51" fmla="*/ 636 h 636"/>
                <a:gd name="T52" fmla="*/ 33 w 636"/>
                <a:gd name="T53" fmla="*/ 634 h 636"/>
                <a:gd name="T54" fmla="*/ 20 w 636"/>
                <a:gd name="T55" fmla="*/ 627 h 636"/>
                <a:gd name="T56" fmla="*/ 10 w 636"/>
                <a:gd name="T57" fmla="*/ 616 h 636"/>
                <a:gd name="T58" fmla="*/ 2 w 636"/>
                <a:gd name="T59" fmla="*/ 603 h 636"/>
                <a:gd name="T60" fmla="*/ 0 w 636"/>
                <a:gd name="T61" fmla="*/ 587 h 636"/>
                <a:gd name="T62" fmla="*/ 0 w 636"/>
                <a:gd name="T63" fmla="*/ 48 h 636"/>
                <a:gd name="T64" fmla="*/ 2 w 636"/>
                <a:gd name="T65" fmla="*/ 33 h 636"/>
                <a:gd name="T66" fmla="*/ 10 w 636"/>
                <a:gd name="T67" fmla="*/ 19 h 636"/>
                <a:gd name="T68" fmla="*/ 20 w 636"/>
                <a:gd name="T69" fmla="*/ 9 h 636"/>
                <a:gd name="T70" fmla="*/ 33 w 636"/>
                <a:gd name="T71" fmla="*/ 2 h 636"/>
                <a:gd name="T72" fmla="*/ 49 w 636"/>
                <a:gd name="T73" fmla="*/ 0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36" h="636">
                  <a:moveTo>
                    <a:pt x="49" y="0"/>
                  </a:moveTo>
                  <a:lnTo>
                    <a:pt x="587" y="0"/>
                  </a:lnTo>
                  <a:lnTo>
                    <a:pt x="603" y="2"/>
                  </a:lnTo>
                  <a:lnTo>
                    <a:pt x="616" y="9"/>
                  </a:lnTo>
                  <a:lnTo>
                    <a:pt x="627" y="19"/>
                  </a:lnTo>
                  <a:lnTo>
                    <a:pt x="634" y="33"/>
                  </a:lnTo>
                  <a:lnTo>
                    <a:pt x="636" y="48"/>
                  </a:lnTo>
                  <a:lnTo>
                    <a:pt x="636" y="53"/>
                  </a:lnTo>
                  <a:lnTo>
                    <a:pt x="539" y="150"/>
                  </a:lnTo>
                  <a:lnTo>
                    <a:pt x="539" y="97"/>
                  </a:lnTo>
                  <a:lnTo>
                    <a:pt x="98" y="97"/>
                  </a:lnTo>
                  <a:lnTo>
                    <a:pt x="98" y="539"/>
                  </a:lnTo>
                  <a:lnTo>
                    <a:pt x="539" y="539"/>
                  </a:lnTo>
                  <a:lnTo>
                    <a:pt x="539" y="489"/>
                  </a:lnTo>
                  <a:lnTo>
                    <a:pt x="542" y="487"/>
                  </a:lnTo>
                  <a:lnTo>
                    <a:pt x="544" y="486"/>
                  </a:lnTo>
                  <a:lnTo>
                    <a:pt x="547" y="484"/>
                  </a:lnTo>
                  <a:lnTo>
                    <a:pt x="550" y="482"/>
                  </a:lnTo>
                  <a:lnTo>
                    <a:pt x="636" y="395"/>
                  </a:lnTo>
                  <a:lnTo>
                    <a:pt x="636" y="587"/>
                  </a:lnTo>
                  <a:lnTo>
                    <a:pt x="634" y="603"/>
                  </a:lnTo>
                  <a:lnTo>
                    <a:pt x="627" y="616"/>
                  </a:lnTo>
                  <a:lnTo>
                    <a:pt x="616" y="627"/>
                  </a:lnTo>
                  <a:lnTo>
                    <a:pt x="603" y="634"/>
                  </a:lnTo>
                  <a:lnTo>
                    <a:pt x="587" y="636"/>
                  </a:lnTo>
                  <a:lnTo>
                    <a:pt x="49" y="636"/>
                  </a:lnTo>
                  <a:lnTo>
                    <a:pt x="33" y="634"/>
                  </a:lnTo>
                  <a:lnTo>
                    <a:pt x="20" y="627"/>
                  </a:lnTo>
                  <a:lnTo>
                    <a:pt x="10" y="616"/>
                  </a:lnTo>
                  <a:lnTo>
                    <a:pt x="2" y="603"/>
                  </a:lnTo>
                  <a:lnTo>
                    <a:pt x="0" y="587"/>
                  </a:lnTo>
                  <a:lnTo>
                    <a:pt x="0" y="48"/>
                  </a:lnTo>
                  <a:lnTo>
                    <a:pt x="2" y="33"/>
                  </a:lnTo>
                  <a:lnTo>
                    <a:pt x="10" y="19"/>
                  </a:lnTo>
                  <a:lnTo>
                    <a:pt x="20" y="9"/>
                  </a:lnTo>
                  <a:lnTo>
                    <a:pt x="33" y="2"/>
                  </a:lnTo>
                  <a:lnTo>
                    <a:pt x="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0" name="Freeform 193">
              <a:extLst>
                <a:ext uri="{FF2B5EF4-FFF2-40B4-BE49-F238E27FC236}">
                  <a16:creationId xmlns:a16="http://schemas.microsoft.com/office/drawing/2014/main" id="{3F530F44-B33D-F470-CAAC-7AF923635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47313" y="2878138"/>
              <a:ext cx="82550" cy="61913"/>
            </a:xfrm>
            <a:custGeom>
              <a:avLst/>
              <a:gdLst>
                <a:gd name="T0" fmla="*/ 552 w 623"/>
                <a:gd name="T1" fmla="*/ 0 h 468"/>
                <a:gd name="T2" fmla="*/ 570 w 623"/>
                <a:gd name="T3" fmla="*/ 2 h 468"/>
                <a:gd name="T4" fmla="*/ 587 w 623"/>
                <a:gd name="T5" fmla="*/ 9 h 468"/>
                <a:gd name="T6" fmla="*/ 603 w 623"/>
                <a:gd name="T7" fmla="*/ 20 h 468"/>
                <a:gd name="T8" fmla="*/ 614 w 623"/>
                <a:gd name="T9" fmla="*/ 36 h 468"/>
                <a:gd name="T10" fmla="*/ 621 w 623"/>
                <a:gd name="T11" fmla="*/ 54 h 468"/>
                <a:gd name="T12" fmla="*/ 623 w 623"/>
                <a:gd name="T13" fmla="*/ 71 h 468"/>
                <a:gd name="T14" fmla="*/ 621 w 623"/>
                <a:gd name="T15" fmla="*/ 90 h 468"/>
                <a:gd name="T16" fmla="*/ 614 w 623"/>
                <a:gd name="T17" fmla="*/ 107 h 468"/>
                <a:gd name="T18" fmla="*/ 603 w 623"/>
                <a:gd name="T19" fmla="*/ 122 h 468"/>
                <a:gd name="T20" fmla="*/ 279 w 623"/>
                <a:gd name="T21" fmla="*/ 446 h 468"/>
                <a:gd name="T22" fmla="*/ 264 w 623"/>
                <a:gd name="T23" fmla="*/ 459 h 468"/>
                <a:gd name="T24" fmla="*/ 247 w 623"/>
                <a:gd name="T25" fmla="*/ 465 h 468"/>
                <a:gd name="T26" fmla="*/ 228 w 623"/>
                <a:gd name="T27" fmla="*/ 468 h 468"/>
                <a:gd name="T28" fmla="*/ 209 w 623"/>
                <a:gd name="T29" fmla="*/ 465 h 468"/>
                <a:gd name="T30" fmla="*/ 193 w 623"/>
                <a:gd name="T31" fmla="*/ 459 h 468"/>
                <a:gd name="T32" fmla="*/ 177 w 623"/>
                <a:gd name="T33" fmla="*/ 446 h 468"/>
                <a:gd name="T34" fmla="*/ 22 w 623"/>
                <a:gd name="T35" fmla="*/ 291 h 468"/>
                <a:gd name="T36" fmla="*/ 11 w 623"/>
                <a:gd name="T37" fmla="*/ 275 h 468"/>
                <a:gd name="T38" fmla="*/ 3 w 623"/>
                <a:gd name="T39" fmla="*/ 259 h 468"/>
                <a:gd name="T40" fmla="*/ 0 w 623"/>
                <a:gd name="T41" fmla="*/ 240 h 468"/>
                <a:gd name="T42" fmla="*/ 3 w 623"/>
                <a:gd name="T43" fmla="*/ 221 h 468"/>
                <a:gd name="T44" fmla="*/ 11 w 623"/>
                <a:gd name="T45" fmla="*/ 205 h 468"/>
                <a:gd name="T46" fmla="*/ 22 w 623"/>
                <a:gd name="T47" fmla="*/ 189 h 468"/>
                <a:gd name="T48" fmla="*/ 38 w 623"/>
                <a:gd name="T49" fmla="*/ 177 h 468"/>
                <a:gd name="T50" fmla="*/ 54 w 623"/>
                <a:gd name="T51" fmla="*/ 171 h 468"/>
                <a:gd name="T52" fmla="*/ 73 w 623"/>
                <a:gd name="T53" fmla="*/ 168 h 468"/>
                <a:gd name="T54" fmla="*/ 91 w 623"/>
                <a:gd name="T55" fmla="*/ 171 h 468"/>
                <a:gd name="T56" fmla="*/ 109 w 623"/>
                <a:gd name="T57" fmla="*/ 177 h 468"/>
                <a:gd name="T58" fmla="*/ 123 w 623"/>
                <a:gd name="T59" fmla="*/ 189 h 468"/>
                <a:gd name="T60" fmla="*/ 228 w 623"/>
                <a:gd name="T61" fmla="*/ 294 h 468"/>
                <a:gd name="T62" fmla="*/ 500 w 623"/>
                <a:gd name="T63" fmla="*/ 21 h 468"/>
                <a:gd name="T64" fmla="*/ 516 w 623"/>
                <a:gd name="T65" fmla="*/ 9 h 468"/>
                <a:gd name="T66" fmla="*/ 533 w 623"/>
                <a:gd name="T67" fmla="*/ 2 h 468"/>
                <a:gd name="T68" fmla="*/ 552 w 623"/>
                <a:gd name="T69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23" h="468">
                  <a:moveTo>
                    <a:pt x="552" y="0"/>
                  </a:moveTo>
                  <a:lnTo>
                    <a:pt x="570" y="2"/>
                  </a:lnTo>
                  <a:lnTo>
                    <a:pt x="587" y="9"/>
                  </a:lnTo>
                  <a:lnTo>
                    <a:pt x="603" y="20"/>
                  </a:lnTo>
                  <a:lnTo>
                    <a:pt x="614" y="36"/>
                  </a:lnTo>
                  <a:lnTo>
                    <a:pt x="621" y="54"/>
                  </a:lnTo>
                  <a:lnTo>
                    <a:pt x="623" y="71"/>
                  </a:lnTo>
                  <a:lnTo>
                    <a:pt x="621" y="90"/>
                  </a:lnTo>
                  <a:lnTo>
                    <a:pt x="614" y="107"/>
                  </a:lnTo>
                  <a:lnTo>
                    <a:pt x="603" y="122"/>
                  </a:lnTo>
                  <a:lnTo>
                    <a:pt x="279" y="446"/>
                  </a:lnTo>
                  <a:lnTo>
                    <a:pt x="264" y="459"/>
                  </a:lnTo>
                  <a:lnTo>
                    <a:pt x="247" y="465"/>
                  </a:lnTo>
                  <a:lnTo>
                    <a:pt x="228" y="468"/>
                  </a:lnTo>
                  <a:lnTo>
                    <a:pt x="209" y="465"/>
                  </a:lnTo>
                  <a:lnTo>
                    <a:pt x="193" y="459"/>
                  </a:lnTo>
                  <a:lnTo>
                    <a:pt x="177" y="446"/>
                  </a:lnTo>
                  <a:lnTo>
                    <a:pt x="22" y="291"/>
                  </a:lnTo>
                  <a:lnTo>
                    <a:pt x="11" y="275"/>
                  </a:lnTo>
                  <a:lnTo>
                    <a:pt x="3" y="259"/>
                  </a:lnTo>
                  <a:lnTo>
                    <a:pt x="0" y="240"/>
                  </a:lnTo>
                  <a:lnTo>
                    <a:pt x="3" y="221"/>
                  </a:lnTo>
                  <a:lnTo>
                    <a:pt x="11" y="205"/>
                  </a:lnTo>
                  <a:lnTo>
                    <a:pt x="22" y="189"/>
                  </a:lnTo>
                  <a:lnTo>
                    <a:pt x="38" y="177"/>
                  </a:lnTo>
                  <a:lnTo>
                    <a:pt x="54" y="171"/>
                  </a:lnTo>
                  <a:lnTo>
                    <a:pt x="73" y="168"/>
                  </a:lnTo>
                  <a:lnTo>
                    <a:pt x="91" y="171"/>
                  </a:lnTo>
                  <a:lnTo>
                    <a:pt x="109" y="177"/>
                  </a:lnTo>
                  <a:lnTo>
                    <a:pt x="123" y="189"/>
                  </a:lnTo>
                  <a:lnTo>
                    <a:pt x="228" y="294"/>
                  </a:lnTo>
                  <a:lnTo>
                    <a:pt x="500" y="21"/>
                  </a:lnTo>
                  <a:lnTo>
                    <a:pt x="516" y="9"/>
                  </a:lnTo>
                  <a:lnTo>
                    <a:pt x="533" y="2"/>
                  </a:lnTo>
                  <a:lnTo>
                    <a:pt x="5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1" name="Rectangle 194">
              <a:extLst>
                <a:ext uri="{FF2B5EF4-FFF2-40B4-BE49-F238E27FC236}">
                  <a16:creationId xmlns:a16="http://schemas.microsoft.com/office/drawing/2014/main" id="{9D11EC42-8E3B-7A76-32F8-B33D8EB198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74288" y="2813050"/>
              <a:ext cx="187325" cy="1905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2316026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44164-3A01-FA1F-EE93-5C4056DFB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72B0F3B-B349-119C-4B1F-C63F36E6125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ru-RU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6C8E75-67B9-8F4A-B2C6-6F06B2F41767}"/>
              </a:ext>
            </a:extLst>
          </p:cNvPr>
          <p:cNvSpPr txBox="1"/>
          <p:nvPr/>
        </p:nvSpPr>
        <p:spPr>
          <a:xfrm>
            <a:off x="409622" y="260649"/>
            <a:ext cx="42834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ru-RU" sz="2400" dirty="0">
                <a:latin typeface="Cambria" panose="02040503050406030204" pitchFamily="18" charset="0"/>
                <a:ea typeface="Cambria" panose="02040503050406030204" pitchFamily="18" charset="0"/>
              </a:rPr>
              <a:t>Модели предметной области </a:t>
            </a:r>
            <a:endParaRPr lang="ru-RU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816342C-47E8-9554-A40E-634768A6A3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1289" y="1230406"/>
            <a:ext cx="10629422" cy="43971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B2B1487-66DF-4C8B-CD97-073258F42EB3}"/>
              </a:ext>
            </a:extLst>
          </p:cNvPr>
          <p:cNvSpPr txBox="1"/>
          <p:nvPr/>
        </p:nvSpPr>
        <p:spPr>
          <a:xfrm>
            <a:off x="3460376" y="5627594"/>
            <a:ext cx="5002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Рис.1 Диаграмма вариантов использования</a:t>
            </a:r>
          </a:p>
        </p:txBody>
      </p:sp>
    </p:spTree>
    <p:extLst>
      <p:ext uri="{BB962C8B-B14F-4D97-AF65-F5344CB8AC3E}">
        <p14:creationId xmlns:p14="http://schemas.microsoft.com/office/powerpoint/2010/main" val="2413865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2E245-C254-9424-8950-3EA69D2A6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1276B97-996F-54B4-16AE-FBC3CE48118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ru-RU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E388B3-FDF7-31F0-D855-6A1DDD5DE161}"/>
              </a:ext>
            </a:extLst>
          </p:cNvPr>
          <p:cNvSpPr txBox="1"/>
          <p:nvPr/>
        </p:nvSpPr>
        <p:spPr>
          <a:xfrm>
            <a:off x="409622" y="260649"/>
            <a:ext cx="4915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ru-RU" sz="2400" dirty="0">
                <a:latin typeface="Cambria" panose="02040503050406030204" pitchFamily="18" charset="0"/>
                <a:ea typeface="Cambria" panose="02040503050406030204" pitchFamily="18" charset="0"/>
              </a:rPr>
              <a:t>Обзор существующих решений</a:t>
            </a:r>
            <a:endParaRPr lang="ru-RU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EB5D58F7-0A0E-C949-1CC1-78AD2881AB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390364"/>
              </p:ext>
            </p:extLst>
          </p:nvPr>
        </p:nvGraphicFramePr>
        <p:xfrm>
          <a:off x="502023" y="1580348"/>
          <a:ext cx="11187954" cy="4788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0883">
                  <a:extLst>
                    <a:ext uri="{9D8B030D-6E8A-4147-A177-3AD203B41FA5}">
                      <a16:colId xmlns:a16="http://schemas.microsoft.com/office/drawing/2014/main" val="360383921"/>
                    </a:ext>
                  </a:extLst>
                </a:gridCol>
                <a:gridCol w="1586753">
                  <a:extLst>
                    <a:ext uri="{9D8B030D-6E8A-4147-A177-3AD203B41FA5}">
                      <a16:colId xmlns:a16="http://schemas.microsoft.com/office/drawing/2014/main" val="1485402528"/>
                    </a:ext>
                  </a:extLst>
                </a:gridCol>
                <a:gridCol w="1398494">
                  <a:extLst>
                    <a:ext uri="{9D8B030D-6E8A-4147-A177-3AD203B41FA5}">
                      <a16:colId xmlns:a16="http://schemas.microsoft.com/office/drawing/2014/main" val="2476728736"/>
                    </a:ext>
                  </a:extLst>
                </a:gridCol>
                <a:gridCol w="1640541">
                  <a:extLst>
                    <a:ext uri="{9D8B030D-6E8A-4147-A177-3AD203B41FA5}">
                      <a16:colId xmlns:a16="http://schemas.microsoft.com/office/drawing/2014/main" val="4257568249"/>
                    </a:ext>
                  </a:extLst>
                </a:gridCol>
                <a:gridCol w="1721223">
                  <a:extLst>
                    <a:ext uri="{9D8B030D-6E8A-4147-A177-3AD203B41FA5}">
                      <a16:colId xmlns:a16="http://schemas.microsoft.com/office/drawing/2014/main" val="826419924"/>
                    </a:ext>
                  </a:extLst>
                </a:gridCol>
                <a:gridCol w="1425389">
                  <a:extLst>
                    <a:ext uri="{9D8B030D-6E8A-4147-A177-3AD203B41FA5}">
                      <a16:colId xmlns:a16="http://schemas.microsoft.com/office/drawing/2014/main" val="1079821896"/>
                    </a:ext>
                  </a:extLst>
                </a:gridCol>
                <a:gridCol w="1734671">
                  <a:extLst>
                    <a:ext uri="{9D8B030D-6E8A-4147-A177-3AD203B41FA5}">
                      <a16:colId xmlns:a16="http://schemas.microsoft.com/office/drawing/2014/main" val="91840297"/>
                    </a:ext>
                  </a:extLst>
                </a:gridCol>
              </a:tblGrid>
              <a:tr h="1482991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Решение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Управление ветвлением сценария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ru-RU" sz="20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Генерация по ходу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Голосование зрителей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Учёт показов и билетов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Открытый код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Стоимость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6527655"/>
                  </a:ext>
                </a:extLst>
              </a:tr>
              <a:tr h="501798"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1С:Театр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✖</a:t>
                      </a:r>
                      <a:endParaRPr lang="ru-RU" sz="20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✖</a:t>
                      </a:r>
                      <a:endParaRPr lang="ru-RU" sz="20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✖</a:t>
                      </a:r>
                      <a:endParaRPr lang="ru-RU" sz="20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</a:t>
                      </a:r>
                      <a:endParaRPr lang="ru-RU" sz="20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✖</a:t>
                      </a:r>
                      <a:endParaRPr lang="ru-RU" sz="20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высокая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6868373"/>
                  </a:ext>
                </a:extLst>
              </a:tr>
              <a:tr h="501798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Twine / </a:t>
                      </a:r>
                      <a:r>
                        <a:rPr lang="en-US" sz="2000" b="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Inklewriter</a:t>
                      </a:r>
                      <a:endParaRPr lang="ru-RU" sz="20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</a:t>
                      </a:r>
                    </a:p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(ручное)</a:t>
                      </a:r>
                      <a:endParaRPr lang="ru-RU" sz="18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✖</a:t>
                      </a:r>
                      <a:endParaRPr lang="ru-RU" sz="20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✖</a:t>
                      </a:r>
                      <a:endParaRPr lang="ru-RU" sz="20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✖</a:t>
                      </a:r>
                      <a:endParaRPr lang="ru-RU" sz="20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</a:t>
                      </a:r>
                    </a:p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(частично)</a:t>
                      </a:r>
                      <a:endParaRPr lang="ru-RU" sz="18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бесплатно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3004333"/>
                  </a:ext>
                </a:extLst>
              </a:tr>
              <a:tr h="501798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Slido</a:t>
                      </a:r>
                      <a:endParaRPr lang="ru-RU" sz="20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✖</a:t>
                      </a:r>
                      <a:endParaRPr lang="ru-RU" sz="20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✖</a:t>
                      </a:r>
                      <a:endParaRPr lang="ru-RU" sz="20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</a:t>
                      </a:r>
                    </a:p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(опросы)</a:t>
                      </a:r>
                      <a:endParaRPr lang="ru-RU" sz="18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✖</a:t>
                      </a:r>
                      <a:endParaRPr lang="ru-RU" sz="20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✖</a:t>
                      </a:r>
                      <a:endParaRPr lang="ru-RU" sz="20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средняя (подписка)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168794"/>
                  </a:ext>
                </a:extLst>
              </a:tr>
              <a:tr h="501798"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Готовые </a:t>
                      </a:r>
                      <a:r>
                        <a:rPr lang="en-US" sz="20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CRM</a:t>
                      </a:r>
                      <a:endParaRPr lang="ru-RU" sz="20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✖</a:t>
                      </a:r>
                      <a:endParaRPr lang="ru-RU" sz="20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✖</a:t>
                      </a:r>
                      <a:endParaRPr lang="ru-RU" sz="20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✖</a:t>
                      </a:r>
                      <a:endParaRPr lang="ru-RU" sz="20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</a:t>
                      </a:r>
                      <a:endParaRPr lang="ru-RU" sz="18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✖</a:t>
                      </a:r>
                      <a:endParaRPr lang="ru-RU" sz="20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высокая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8513303"/>
                  </a:ext>
                </a:extLst>
              </a:tr>
              <a:tr h="501798"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Собственная ИС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</a:t>
                      </a:r>
                      <a:endParaRPr lang="ru-RU" sz="18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</a:t>
                      </a:r>
                      <a:endParaRPr lang="ru-RU" sz="18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</a:t>
                      </a:r>
                      <a:endParaRPr lang="ru-RU" sz="18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</a:t>
                      </a:r>
                      <a:endParaRPr lang="ru-RU" sz="18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</a:t>
                      </a:r>
                      <a:endParaRPr lang="ru-RU" sz="18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прогнозируемая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137926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12777BB-A0CE-E8C6-77EF-BD6A30DCE312}"/>
              </a:ext>
            </a:extLst>
          </p:cNvPr>
          <p:cNvSpPr txBox="1"/>
          <p:nvPr/>
        </p:nvSpPr>
        <p:spPr>
          <a:xfrm>
            <a:off x="10479741" y="1091645"/>
            <a:ext cx="2420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Таблица 1</a:t>
            </a:r>
          </a:p>
        </p:txBody>
      </p:sp>
    </p:spTree>
    <p:extLst>
      <p:ext uri="{BB962C8B-B14F-4D97-AF65-F5344CB8AC3E}">
        <p14:creationId xmlns:p14="http://schemas.microsoft.com/office/powerpoint/2010/main" val="3332614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7842C-4F27-F063-8D01-CF596FA19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5EBE31F-7224-7411-978E-B3A3DE4FBA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ru-RU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12DF00-021A-0DAA-793C-483AE2784035}"/>
              </a:ext>
            </a:extLst>
          </p:cNvPr>
          <p:cNvSpPr txBox="1"/>
          <p:nvPr/>
        </p:nvSpPr>
        <p:spPr>
          <a:xfrm>
            <a:off x="409621" y="260649"/>
            <a:ext cx="7403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ru-RU" sz="2400" dirty="0">
                <a:latin typeface="Cambria" panose="02040503050406030204" pitchFamily="18" charset="0"/>
                <a:ea typeface="Cambria" panose="02040503050406030204" pitchFamily="18" charset="0"/>
              </a:rPr>
              <a:t>Архитектура генератора: от клиентов до нейросети</a:t>
            </a:r>
            <a:endParaRPr lang="ru-RU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4487E94-BCE3-0E88-309E-B5087F5E3A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07025" y="1230405"/>
            <a:ext cx="7207622" cy="481950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F51CBE7-A64D-6896-B4FA-AA3712015407}"/>
              </a:ext>
            </a:extLst>
          </p:cNvPr>
          <p:cNvSpPr txBox="1"/>
          <p:nvPr/>
        </p:nvSpPr>
        <p:spPr>
          <a:xfrm>
            <a:off x="2788024" y="6084625"/>
            <a:ext cx="6615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Рис.2 </a:t>
            </a:r>
            <a:r>
              <a:rPr lang="ru-RU" i="1" dirty="0"/>
              <a:t>Общая архитектура генератора иммерсивного театра</a:t>
            </a:r>
            <a:endParaRPr lang="ru-RU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4897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FD93A-A84C-F45C-ED31-293786888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FEC4CC5-622F-D10B-3819-7B512AD617F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ru-RU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9B3491-4F85-B2A0-6747-EEA03259B3BD}"/>
              </a:ext>
            </a:extLst>
          </p:cNvPr>
          <p:cNvSpPr txBox="1"/>
          <p:nvPr/>
        </p:nvSpPr>
        <p:spPr>
          <a:xfrm>
            <a:off x="669885" y="1220755"/>
            <a:ext cx="265154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Cambria" panose="02040503050406030204" pitchFamily="18" charset="0"/>
                <a:ea typeface="Cambria" panose="02040503050406030204" pitchFamily="18" charset="0"/>
              </a:rPr>
              <a:t>Сервер: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Python 3.11+</a:t>
            </a:r>
            <a:endParaRPr lang="ru-RU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FastAPI</a:t>
            </a:r>
            <a:endParaRPr lang="ru-RU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SQLAlchemy</a:t>
            </a:r>
            <a:endParaRPr lang="ru-RU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Pydantic</a:t>
            </a:r>
            <a:endParaRPr lang="ru-RU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Uvicorn</a:t>
            </a:r>
            <a:endParaRPr lang="ru-RU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PostgreSQL 14+</a:t>
            </a:r>
            <a:endParaRPr lang="ru-RU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Bcrypt</a:t>
            </a:r>
            <a:endParaRPr lang="ru-RU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httpx</a:t>
            </a:r>
            <a:endParaRPr lang="ru-RU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ru-RU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ru-RU" sz="2000" b="1" dirty="0">
                <a:latin typeface="Cambria" panose="02040503050406030204" pitchFamily="18" charset="0"/>
                <a:ea typeface="Cambria" panose="02040503050406030204" pitchFamily="18" charset="0"/>
              </a:rPr>
              <a:t>Клиент сотрудника: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Cambria" panose="02040503050406030204" pitchFamily="18" charset="0"/>
                <a:ea typeface="Cambria" panose="02040503050406030204" pitchFamily="18" charset="0"/>
              </a:rPr>
              <a:t>PySide6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2E5719-BD61-E39E-C2EC-03689CD09E02}"/>
              </a:ext>
            </a:extLst>
          </p:cNvPr>
          <p:cNvSpPr txBox="1"/>
          <p:nvPr/>
        </p:nvSpPr>
        <p:spPr>
          <a:xfrm>
            <a:off x="409622" y="260649"/>
            <a:ext cx="4095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ru-RU" sz="2400" dirty="0">
                <a:latin typeface="Cambria" panose="02040503050406030204" pitchFamily="18" charset="0"/>
                <a:ea typeface="Cambria" panose="02040503050406030204" pitchFamily="18" charset="0"/>
              </a:rPr>
              <a:t>Реализация и эксперимент</a:t>
            </a:r>
            <a:endParaRPr lang="ru-RU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C99314-15D6-4D15-BA79-02A4793CEE12}"/>
              </a:ext>
            </a:extLst>
          </p:cNvPr>
          <p:cNvSpPr txBox="1"/>
          <p:nvPr/>
        </p:nvSpPr>
        <p:spPr>
          <a:xfrm>
            <a:off x="3455893" y="1220755"/>
            <a:ext cx="250115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Cambria" panose="02040503050406030204" pitchFamily="18" charset="0"/>
                <a:ea typeface="Cambria" panose="02040503050406030204" pitchFamily="18" charset="0"/>
              </a:rPr>
              <a:t>Клиент зрителя: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Kotlin</a:t>
            </a:r>
            <a:endParaRPr lang="ru-RU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Jetpack Compose</a:t>
            </a:r>
            <a:endParaRPr lang="ru-RU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Hilt</a:t>
            </a:r>
            <a:endParaRPr lang="ru-RU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Retrofit</a:t>
            </a:r>
            <a:endParaRPr lang="ru-RU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Moshi</a:t>
            </a:r>
            <a:endParaRPr lang="ru-RU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ru-RU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ru-RU" sz="2000" b="1" dirty="0">
                <a:latin typeface="Cambria" panose="02040503050406030204" pitchFamily="18" charset="0"/>
                <a:ea typeface="Cambria" panose="02040503050406030204" pitchFamily="18" charset="0"/>
              </a:rPr>
              <a:t>Оркестрация: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n8n</a:t>
            </a:r>
            <a:endParaRPr lang="ru-RU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ru-RU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ru-RU" sz="2000" b="1" dirty="0">
                <a:latin typeface="Cambria" panose="02040503050406030204" pitchFamily="18" charset="0"/>
                <a:ea typeface="Cambria" panose="02040503050406030204" pitchFamily="18" charset="0"/>
              </a:rPr>
              <a:t>Контейнеризация: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Docker Compose</a:t>
            </a:r>
            <a:endParaRPr lang="ru-RU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895458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28669-AFD0-E21B-11AA-88D4E4CD6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B8E32B2-88D7-2B40-10DC-0316E95EDE5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ru-RU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7352AE-A34F-BC37-658B-345D46475893}"/>
              </a:ext>
            </a:extLst>
          </p:cNvPr>
          <p:cNvSpPr txBox="1"/>
          <p:nvPr/>
        </p:nvSpPr>
        <p:spPr>
          <a:xfrm>
            <a:off x="409622" y="260649"/>
            <a:ext cx="5063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ru-RU" sz="2400" dirty="0">
                <a:latin typeface="Cambria" panose="02040503050406030204" pitchFamily="18" charset="0"/>
                <a:ea typeface="Cambria" panose="02040503050406030204" pitchFamily="18" charset="0"/>
              </a:rPr>
              <a:t>Результаты: клиенты в действии</a:t>
            </a:r>
            <a:endParaRPr lang="ru-RU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AEF6606-9D65-A9B1-CDB3-4AF136AAEA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8458" y="1411922"/>
            <a:ext cx="5186542" cy="3989894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E79A4F7-359F-51A0-698F-BF14D13D4D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65506" y="1411921"/>
            <a:ext cx="5498036" cy="39898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76FCAE-6386-4849-D982-4F2630629B15}"/>
              </a:ext>
            </a:extLst>
          </p:cNvPr>
          <p:cNvSpPr txBox="1"/>
          <p:nvPr/>
        </p:nvSpPr>
        <p:spPr>
          <a:xfrm>
            <a:off x="880437" y="5401816"/>
            <a:ext cx="44825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/>
              <a:t>Рис.3 Демонстрация интерфейса работы с данными сотрудников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BF6296-B28B-36A5-D99C-BD6C90740BE7}"/>
              </a:ext>
            </a:extLst>
          </p:cNvPr>
          <p:cNvSpPr txBox="1"/>
          <p:nvPr/>
        </p:nvSpPr>
        <p:spPr>
          <a:xfrm>
            <a:off x="6673232" y="5401815"/>
            <a:ext cx="44825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/>
              <a:t>Рис.4 Демонстрация интерфейса работы со сценариями</a:t>
            </a:r>
          </a:p>
        </p:txBody>
      </p:sp>
    </p:spTree>
    <p:extLst>
      <p:ext uri="{BB962C8B-B14F-4D97-AF65-F5344CB8AC3E}">
        <p14:creationId xmlns:p14="http://schemas.microsoft.com/office/powerpoint/2010/main" val="26647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CDA36-25FE-C2A1-AB49-52BA961C2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A39FA09-15E6-5132-A21C-892F20FAC6B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ru-RU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1A737E-77D3-B313-4175-7279E51261E3}"/>
              </a:ext>
            </a:extLst>
          </p:cNvPr>
          <p:cNvSpPr txBox="1"/>
          <p:nvPr/>
        </p:nvSpPr>
        <p:spPr>
          <a:xfrm>
            <a:off x="409622" y="260649"/>
            <a:ext cx="5063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ru-RU" sz="2400" dirty="0">
                <a:latin typeface="Cambria" panose="02040503050406030204" pitchFamily="18" charset="0"/>
                <a:ea typeface="Cambria" panose="02040503050406030204" pitchFamily="18" charset="0"/>
              </a:rPr>
              <a:t>Результаты: клиенты в действии</a:t>
            </a:r>
            <a:endParaRPr lang="ru-RU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DF637F8-4B84-4D16-8DF9-0764B48CCC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05330" y="1254394"/>
            <a:ext cx="1818386" cy="406868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96A5D43-7CB6-A664-DB9A-2BA5604B0B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35527" y="1254394"/>
            <a:ext cx="1866339" cy="41474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995889-77B7-EAE4-0D23-CA45621D980A}"/>
              </a:ext>
            </a:extLst>
          </p:cNvPr>
          <p:cNvSpPr txBox="1"/>
          <p:nvPr/>
        </p:nvSpPr>
        <p:spPr>
          <a:xfrm>
            <a:off x="880437" y="5401816"/>
            <a:ext cx="44825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/>
              <a:t>Рис.5 Демонстрация интерфейса в мобильном клиенте пользователя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650B1C-1004-35FE-7AD1-57C042A56056}"/>
              </a:ext>
            </a:extLst>
          </p:cNvPr>
          <p:cNvSpPr txBox="1"/>
          <p:nvPr/>
        </p:nvSpPr>
        <p:spPr>
          <a:xfrm>
            <a:off x="6673232" y="5401815"/>
            <a:ext cx="44825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/>
              <a:t>Рис.6 Демонстрация интерфейса бронирования в мобильном клиенте</a:t>
            </a:r>
          </a:p>
        </p:txBody>
      </p:sp>
    </p:spTree>
    <p:extLst>
      <p:ext uri="{BB962C8B-B14F-4D97-AF65-F5344CB8AC3E}">
        <p14:creationId xmlns:p14="http://schemas.microsoft.com/office/powerpoint/2010/main" val="740787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F7B10-9970-CE01-A99E-3593DF651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83FF1B6-A277-EEDA-E5E0-8F3FDF04E6F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ru-RU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A06503-8B58-55AC-3BA9-220005627251}"/>
              </a:ext>
            </a:extLst>
          </p:cNvPr>
          <p:cNvSpPr txBox="1"/>
          <p:nvPr/>
        </p:nvSpPr>
        <p:spPr>
          <a:xfrm>
            <a:off x="669885" y="1220755"/>
            <a:ext cx="7519374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1" dirty="0">
                <a:latin typeface="Cambria" panose="02040503050406030204" pitchFamily="18" charset="0"/>
                <a:ea typeface="Cambria" panose="02040503050406030204" pitchFamily="18" charset="0"/>
              </a:rPr>
              <a:t>Задачи, сформулированные в начале работы, выполнены.</a:t>
            </a:r>
          </a:p>
          <a:p>
            <a:endParaRPr lang="ru-RU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ru-RU" sz="2000" dirty="0">
                <a:latin typeface="Cambria" panose="02040503050406030204" pitchFamily="18" charset="0"/>
                <a:ea typeface="Cambria" panose="02040503050406030204" pitchFamily="18" charset="0"/>
              </a:rPr>
              <a:t>Итоги:</a:t>
            </a:r>
          </a:p>
          <a:p>
            <a:r>
              <a:rPr lang="ru-RU" sz="2000" dirty="0">
                <a:latin typeface="Cambria" panose="02040503050406030204" pitchFamily="18" charset="0"/>
                <a:ea typeface="Cambria" panose="02040503050406030204" pitchFamily="18" charset="0"/>
              </a:rPr>
              <a:t>1. Проведён анализ иммерсивного театра и обзор смежных решений.</a:t>
            </a:r>
          </a:p>
          <a:p>
            <a:r>
              <a:rPr lang="ru-RU" sz="2000" dirty="0">
                <a:latin typeface="Cambria" panose="02040503050406030204" pitchFamily="18" charset="0"/>
                <a:ea typeface="Cambria" panose="02040503050406030204" pitchFamily="18" charset="0"/>
              </a:rPr>
              <a:t>2. Сформулированы требования, спроектированы модели и взаимодействие с n8n.</a:t>
            </a:r>
          </a:p>
          <a:p>
            <a:r>
              <a:rPr lang="ru-RU" sz="2000" dirty="0">
                <a:latin typeface="Cambria" panose="02040503050406030204" pitchFamily="18" charset="0"/>
                <a:ea typeface="Cambria" panose="02040503050406030204" pitchFamily="18" charset="0"/>
              </a:rPr>
              <a:t>3. Реализованы сервер (</a:t>
            </a:r>
            <a:r>
              <a:rPr lang="ru-RU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FastAPI</a:t>
            </a:r>
            <a:r>
              <a:rPr lang="ru-RU" sz="2000" dirty="0">
                <a:latin typeface="Cambria" panose="02040503050406030204" pitchFamily="18" charset="0"/>
                <a:ea typeface="Cambria" panose="02040503050406030204" pitchFamily="18" charset="0"/>
              </a:rPr>
              <a:t> + PostgreSQL), настольный клиент (PySide6) и мобильный клиент (</a:t>
            </a:r>
            <a:r>
              <a:rPr lang="ru-RU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Kotlin</a:t>
            </a:r>
            <a:r>
              <a:rPr lang="ru-RU" sz="2000" dirty="0">
                <a:latin typeface="Cambria" panose="02040503050406030204" pitchFamily="18" charset="0"/>
                <a:ea typeface="Cambria" panose="02040503050406030204" pitchFamily="18" charset="0"/>
              </a:rPr>
              <a:t>).</a:t>
            </a:r>
          </a:p>
          <a:p>
            <a:r>
              <a:rPr lang="ru-RU" sz="2000" dirty="0">
                <a:latin typeface="Cambria" panose="02040503050406030204" pitchFamily="18" charset="0"/>
                <a:ea typeface="Cambria" panose="02040503050406030204" pitchFamily="18" charset="0"/>
              </a:rPr>
              <a:t>4. Развёрнута интеграция с n8n для нейросетевого конвейера; реализован учёт голосования и генерации веток.</a:t>
            </a:r>
          </a:p>
          <a:p>
            <a:r>
              <a:rPr lang="ru-RU" sz="2000" dirty="0">
                <a:latin typeface="Cambria" panose="02040503050406030204" pitchFamily="18" charset="0"/>
                <a:ea typeface="Cambria" panose="02040503050406030204" pitchFamily="18" charset="0"/>
              </a:rPr>
              <a:t>5. Выполнено тестирование, описано развёртывание; работоспособность подтверждена.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F57157-A1EF-B2D7-BB61-9338796A1495}"/>
              </a:ext>
            </a:extLst>
          </p:cNvPr>
          <p:cNvSpPr txBox="1"/>
          <p:nvPr/>
        </p:nvSpPr>
        <p:spPr>
          <a:xfrm>
            <a:off x="409622" y="260649"/>
            <a:ext cx="4095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Cambria" panose="02040503050406030204" pitchFamily="18" charset="0"/>
                <a:ea typeface="Cambria" panose="02040503050406030204" pitchFamily="18" charset="0"/>
              </a:rPr>
              <a:t>Заключение: что сделано</a:t>
            </a:r>
          </a:p>
        </p:txBody>
      </p:sp>
    </p:spTree>
    <p:extLst>
      <p:ext uri="{BB962C8B-B14F-4D97-AF65-F5344CB8AC3E}">
        <p14:creationId xmlns:p14="http://schemas.microsoft.com/office/powerpoint/2010/main" val="1245489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52481-57DF-DEF8-EC02-8CD6615DA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9C6276D-1103-C2C1-2CEE-5120B938352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ru-RU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1A418D-C77E-B818-8D1C-50ACA8058990}"/>
              </a:ext>
            </a:extLst>
          </p:cNvPr>
          <p:cNvSpPr txBox="1"/>
          <p:nvPr/>
        </p:nvSpPr>
        <p:spPr>
          <a:xfrm>
            <a:off x="409621" y="260649"/>
            <a:ext cx="60584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ru-RU" sz="2400" dirty="0">
                <a:latin typeface="Cambria" panose="02040503050406030204" pitchFamily="18" charset="0"/>
                <a:ea typeface="Cambria" panose="02040503050406030204" pitchFamily="18" charset="0"/>
              </a:rPr>
              <a:t>Перспективы и практическая значимость</a:t>
            </a:r>
            <a:endParaRPr lang="ru-RU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96C7A71F-A079-A4BF-2A75-7B7F3FAA6F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2889219"/>
              </p:ext>
            </p:extLst>
          </p:nvPr>
        </p:nvGraphicFramePr>
        <p:xfrm>
          <a:off x="502023" y="1580347"/>
          <a:ext cx="11143130" cy="49145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2064">
                  <a:extLst>
                    <a:ext uri="{9D8B030D-6E8A-4147-A177-3AD203B41FA5}">
                      <a16:colId xmlns:a16="http://schemas.microsoft.com/office/drawing/2014/main" val="360383921"/>
                    </a:ext>
                  </a:extLst>
                </a:gridCol>
                <a:gridCol w="5411066">
                  <a:extLst>
                    <a:ext uri="{9D8B030D-6E8A-4147-A177-3AD203B41FA5}">
                      <a16:colId xmlns:a16="http://schemas.microsoft.com/office/drawing/2014/main" val="1485402528"/>
                    </a:ext>
                  </a:extLst>
                </a:gridCol>
              </a:tblGrid>
              <a:tr h="1452349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Практическая значимость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Перспективы развития (что добавим дальше)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6527655"/>
                  </a:ext>
                </a:extLst>
              </a:tr>
              <a:tr h="865558"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Готов к реальным постановкам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Нейросеть под разные жанры</a:t>
                      </a:r>
                      <a:endParaRPr lang="ru-RU" sz="20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6868373"/>
                  </a:ext>
                </a:extLst>
              </a:tr>
              <a:tr h="865558"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Автоматизация ветвлений и учёта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Аналитика выборов зрителей</a:t>
                      </a:r>
                      <a:endParaRPr lang="ru-RU" sz="20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3004333"/>
                  </a:ext>
                </a:extLst>
              </a:tr>
              <a:tr h="865558"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Отказ от ручных правок между файлами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API </a:t>
                      </a: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для сторонних театров</a:t>
                      </a:r>
                      <a:endParaRPr lang="ru-RU" sz="20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168794"/>
                  </a:ext>
                </a:extLst>
              </a:tr>
              <a:tr h="865558"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Голосование со смартфонов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Режим режиссёрской ветки</a:t>
                      </a:r>
                      <a:endParaRPr lang="ru-RU" sz="20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851330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502A983-9B1C-7826-8FB2-8E2A9961F3BA}"/>
              </a:ext>
            </a:extLst>
          </p:cNvPr>
          <p:cNvSpPr txBox="1"/>
          <p:nvPr/>
        </p:nvSpPr>
        <p:spPr>
          <a:xfrm>
            <a:off x="10479741" y="1091645"/>
            <a:ext cx="2420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Таблица 2</a:t>
            </a:r>
          </a:p>
        </p:txBody>
      </p:sp>
    </p:spTree>
    <p:extLst>
      <p:ext uri="{BB962C8B-B14F-4D97-AF65-F5344CB8AC3E}">
        <p14:creationId xmlns:p14="http://schemas.microsoft.com/office/powerpoint/2010/main" val="1518410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5ABC2-59F3-7E0C-D404-A9178D095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69955F0-C57F-3999-3ADA-9DDEA7CA531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479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E40DCF3-38F0-BD75-E662-DB7B9CE5FCD8}"/>
              </a:ext>
            </a:extLst>
          </p:cNvPr>
          <p:cNvSpPr/>
          <p:nvPr/>
        </p:nvSpPr>
        <p:spPr>
          <a:xfrm>
            <a:off x="335360" y="260648"/>
            <a:ext cx="11521280" cy="633670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/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F71B3488-DDB1-5D6C-7A20-A7141F25D767}"/>
              </a:ext>
            </a:extLst>
          </p:cNvPr>
          <p:cNvCxnSpPr/>
          <p:nvPr/>
        </p:nvCxnSpPr>
        <p:spPr>
          <a:xfrm>
            <a:off x="4943872" y="4101075"/>
            <a:ext cx="230425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87EEE28-E6D5-55C7-E531-77B9BF601E6C}"/>
              </a:ext>
            </a:extLst>
          </p:cNvPr>
          <p:cNvSpPr txBox="1"/>
          <p:nvPr/>
        </p:nvSpPr>
        <p:spPr>
          <a:xfrm>
            <a:off x="1326896" y="4633395"/>
            <a:ext cx="95382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Спасибо за внимание!</a:t>
            </a:r>
          </a:p>
        </p:txBody>
      </p:sp>
      <p:pic>
        <p:nvPicPr>
          <p:cNvPr id="1026" name="Picture 2" descr="D:\логотип ргпу\билингв в разн. форматах\билингв. для темного фона.png">
            <a:extLst>
              <a:ext uri="{FF2B5EF4-FFF2-40B4-BE49-F238E27FC236}">
                <a16:creationId xmlns:a16="http://schemas.microsoft.com/office/drawing/2014/main" id="{0546DED6-E1E8-9B06-C262-736632B775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2156" y="1028733"/>
            <a:ext cx="2367689" cy="2324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723590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</TotalTime>
  <Words>467</Words>
  <Application>Microsoft Office PowerPoint</Application>
  <PresentationFormat>Широкоэкранный</PresentationFormat>
  <Paragraphs>121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12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Cambria</vt:lpstr>
      <vt:lpstr>Times New Roman</vt:lpstr>
      <vt:lpstr>Тема Office</vt:lpstr>
      <vt:lpstr>1_Тема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Computer .</dc:creator>
  <cp:lastModifiedBy>Computer .</cp:lastModifiedBy>
  <cp:revision>42</cp:revision>
  <dcterms:created xsi:type="dcterms:W3CDTF">2026-05-13T12:49:40Z</dcterms:created>
  <dcterms:modified xsi:type="dcterms:W3CDTF">2026-05-13T20:25:39Z</dcterms:modified>
</cp:coreProperties>
</file>